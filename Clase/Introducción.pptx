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9"/>
  </p:notesMasterIdLst>
  <p:sldIdLst>
    <p:sldId id="2076137175" r:id="rId2"/>
    <p:sldId id="2076137358" r:id="rId3"/>
    <p:sldId id="2076137411" r:id="rId4"/>
    <p:sldId id="2076137413" r:id="rId5"/>
    <p:sldId id="2076137414" r:id="rId6"/>
    <p:sldId id="2076137415" r:id="rId7"/>
    <p:sldId id="2076137416" r:id="rId8"/>
    <p:sldId id="2076137417" r:id="rId9"/>
    <p:sldId id="2076137418" r:id="rId10"/>
    <p:sldId id="2076137419" r:id="rId11"/>
    <p:sldId id="2076137420" r:id="rId12"/>
    <p:sldId id="2076137421" r:id="rId13"/>
    <p:sldId id="2076137422" r:id="rId14"/>
    <p:sldId id="2076137423" r:id="rId15"/>
    <p:sldId id="2076137424" r:id="rId16"/>
    <p:sldId id="2076137425" r:id="rId17"/>
    <p:sldId id="2076137426" r:id="rId18"/>
    <p:sldId id="2076137427" r:id="rId19"/>
    <p:sldId id="2076137428" r:id="rId20"/>
    <p:sldId id="2076137429" r:id="rId21"/>
    <p:sldId id="2076137430" r:id="rId22"/>
    <p:sldId id="2076137431" r:id="rId23"/>
    <p:sldId id="2076137432" r:id="rId24"/>
    <p:sldId id="2076137433" r:id="rId25"/>
    <p:sldId id="2076137434" r:id="rId26"/>
    <p:sldId id="2076137412" r:id="rId27"/>
    <p:sldId id="207613735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1660F4-BA9A-82B8-C334-CF91C75A5656}" name="Ruth Marcela Espinosa Sarmiento" initials="RS" userId="S::ruth.espinosa@unab.cl::2acad1b5-36c7-4a86-bd14-a01055d811d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5F8"/>
    <a:srgbClr val="86C0F4"/>
    <a:srgbClr val="66ADEC"/>
    <a:srgbClr val="43546A"/>
    <a:srgbClr val="FFCCCC"/>
    <a:srgbClr val="800000"/>
    <a:srgbClr val="680000"/>
    <a:srgbClr val="FF99CC"/>
    <a:srgbClr val="FF00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5"/>
    <p:restoredTop sz="94674"/>
  </p:normalViewPr>
  <p:slideViewPr>
    <p:cSldViewPr snapToGrid="0">
      <p:cViewPr varScale="1">
        <p:scale>
          <a:sx n="57" d="100"/>
          <a:sy n="57" d="100"/>
        </p:scale>
        <p:origin x="40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B2D6A-D10B-4950-84AB-B76A76B41051}" type="datetimeFigureOut">
              <a:t>24-09-2026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2D85B4-8D15-40BA-BE63-8F85761BC2A6}" type="slidenum">
              <a:t>‹Nº›</a:t>
            </a:fld>
            <a:endParaRPr lang="es-ES"/>
          </a:p>
        </p:txBody>
      </p:sp>
    </p:spTree>
    <p:extLst>
      <p:ext uri="{BB962C8B-B14F-4D97-AF65-F5344CB8AC3E}">
        <p14:creationId xmlns:p14="http://schemas.microsoft.com/office/powerpoint/2010/main" val="152628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D32D85B4-8D15-40BA-BE63-8F85761BC2A6}" type="slidenum">
              <a:rPr lang="es-CL" smtClean="0"/>
              <a:t>2</a:t>
            </a:fld>
            <a:endParaRPr lang="es-CL"/>
          </a:p>
        </p:txBody>
      </p:sp>
    </p:spTree>
    <p:extLst>
      <p:ext uri="{BB962C8B-B14F-4D97-AF65-F5344CB8AC3E}">
        <p14:creationId xmlns:p14="http://schemas.microsoft.com/office/powerpoint/2010/main" val="2731882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FCA78-98FB-DDD5-308A-F132544452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061C4A-829B-7FAA-0736-55883A8D72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F657F2-BCDC-367C-8204-E6C2E028185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70F7EE43-8116-90CC-02EA-19B2B4B1A560}"/>
              </a:ext>
            </a:extLst>
          </p:cNvPr>
          <p:cNvSpPr>
            <a:spLocks noGrp="1"/>
          </p:cNvSpPr>
          <p:nvPr>
            <p:ph type="sldNum" sz="quarter" idx="5"/>
          </p:nvPr>
        </p:nvSpPr>
        <p:spPr/>
        <p:txBody>
          <a:bodyPr/>
          <a:lstStyle/>
          <a:p>
            <a:fld id="{D32D85B4-8D15-40BA-BE63-8F85761BC2A6}" type="slidenum">
              <a:rPr lang="es-CL" smtClean="0"/>
              <a:t>3</a:t>
            </a:fld>
            <a:endParaRPr lang="es-CL"/>
          </a:p>
        </p:txBody>
      </p:sp>
    </p:spTree>
    <p:extLst>
      <p:ext uri="{BB962C8B-B14F-4D97-AF65-F5344CB8AC3E}">
        <p14:creationId xmlns:p14="http://schemas.microsoft.com/office/powerpoint/2010/main" val="3960859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8D9B1-6678-6173-8E72-184F4532F3A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259060-9A0B-EE41-1CD7-7690A7D64EE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0B7312-5C4E-2DAE-F82E-173C0AAA125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17A9C1E6-747D-EB16-6CF9-47DB8CB34F9A}"/>
              </a:ext>
            </a:extLst>
          </p:cNvPr>
          <p:cNvSpPr>
            <a:spLocks noGrp="1"/>
          </p:cNvSpPr>
          <p:nvPr>
            <p:ph type="sldNum" sz="quarter" idx="5"/>
          </p:nvPr>
        </p:nvSpPr>
        <p:spPr/>
        <p:txBody>
          <a:bodyPr/>
          <a:lstStyle/>
          <a:p>
            <a:fld id="{D32D85B4-8D15-40BA-BE63-8F85761BC2A6}" type="slidenum">
              <a:rPr lang="es-CL" smtClean="0"/>
              <a:t>4</a:t>
            </a:fld>
            <a:endParaRPr lang="es-CL"/>
          </a:p>
        </p:txBody>
      </p:sp>
    </p:spTree>
    <p:extLst>
      <p:ext uri="{BB962C8B-B14F-4D97-AF65-F5344CB8AC3E}">
        <p14:creationId xmlns:p14="http://schemas.microsoft.com/office/powerpoint/2010/main" val="4051653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34804-18F5-056C-1B99-A8EAA45ABD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B47221-2C57-0B72-61BB-029CA2224E3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F1F995-EB59-241E-DAF4-B49ADDBFB2D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6E7238C1-03F5-409D-33AE-99F153F7966F}"/>
              </a:ext>
            </a:extLst>
          </p:cNvPr>
          <p:cNvSpPr>
            <a:spLocks noGrp="1"/>
          </p:cNvSpPr>
          <p:nvPr>
            <p:ph type="sldNum" sz="quarter" idx="5"/>
          </p:nvPr>
        </p:nvSpPr>
        <p:spPr/>
        <p:txBody>
          <a:bodyPr/>
          <a:lstStyle/>
          <a:p>
            <a:fld id="{D32D85B4-8D15-40BA-BE63-8F85761BC2A6}" type="slidenum">
              <a:rPr lang="es-CL" smtClean="0"/>
              <a:t>5</a:t>
            </a:fld>
            <a:endParaRPr lang="es-CL"/>
          </a:p>
        </p:txBody>
      </p:sp>
    </p:spTree>
    <p:extLst>
      <p:ext uri="{BB962C8B-B14F-4D97-AF65-F5344CB8AC3E}">
        <p14:creationId xmlns:p14="http://schemas.microsoft.com/office/powerpoint/2010/main" val="3838536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F157-4643-0DAB-93F4-E5BEB79ED4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FB1497-199E-3E9D-2EF0-AD85BAE26E1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52BD10B-76C3-1399-8B6A-7E21EB8FDAFA}"/>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6A097A7-595C-0BAE-1A31-E8D6A990EB6A}"/>
              </a:ext>
            </a:extLst>
          </p:cNvPr>
          <p:cNvSpPr>
            <a:spLocks noGrp="1"/>
          </p:cNvSpPr>
          <p:nvPr>
            <p:ph type="sldNum" sz="quarter" idx="5"/>
          </p:nvPr>
        </p:nvSpPr>
        <p:spPr/>
        <p:txBody>
          <a:bodyPr/>
          <a:lstStyle/>
          <a:p>
            <a:fld id="{D32D85B4-8D15-40BA-BE63-8F85761BC2A6}" type="slidenum">
              <a:rPr lang="es-CL" smtClean="0"/>
              <a:t>6</a:t>
            </a:fld>
            <a:endParaRPr lang="es-CL"/>
          </a:p>
        </p:txBody>
      </p:sp>
    </p:spTree>
    <p:extLst>
      <p:ext uri="{BB962C8B-B14F-4D97-AF65-F5344CB8AC3E}">
        <p14:creationId xmlns:p14="http://schemas.microsoft.com/office/powerpoint/2010/main" val="352495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B8225-40EB-BA31-809D-E2209E5937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870DF2-8302-899C-FFF1-091D03CBFF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33A6C2C-8F36-9835-663F-ABF56560105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20F1400-494F-2102-42F9-B12705B9EC36}"/>
              </a:ext>
            </a:extLst>
          </p:cNvPr>
          <p:cNvSpPr>
            <a:spLocks noGrp="1"/>
          </p:cNvSpPr>
          <p:nvPr>
            <p:ph type="sldNum" sz="quarter" idx="5"/>
          </p:nvPr>
        </p:nvSpPr>
        <p:spPr/>
        <p:txBody>
          <a:bodyPr/>
          <a:lstStyle/>
          <a:p>
            <a:fld id="{D32D85B4-8D15-40BA-BE63-8F85761BC2A6}" type="slidenum">
              <a:rPr lang="es-CL" smtClean="0"/>
              <a:t>7</a:t>
            </a:fld>
            <a:endParaRPr lang="es-CL"/>
          </a:p>
        </p:txBody>
      </p:sp>
    </p:spTree>
    <p:extLst>
      <p:ext uri="{BB962C8B-B14F-4D97-AF65-F5344CB8AC3E}">
        <p14:creationId xmlns:p14="http://schemas.microsoft.com/office/powerpoint/2010/main" val="2467281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4151-E8FB-8DB4-97EA-89F660C7630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AA16AC-36C1-C235-A0AE-B364D2BC22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5E2B18E-65AC-8DB2-A048-ADC62B157ACB}"/>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C52DE275-037C-F159-EFA5-0368CC822C1B}"/>
              </a:ext>
            </a:extLst>
          </p:cNvPr>
          <p:cNvSpPr>
            <a:spLocks noGrp="1"/>
          </p:cNvSpPr>
          <p:nvPr>
            <p:ph type="sldNum" sz="quarter" idx="5"/>
          </p:nvPr>
        </p:nvSpPr>
        <p:spPr/>
        <p:txBody>
          <a:bodyPr/>
          <a:lstStyle/>
          <a:p>
            <a:fld id="{D32D85B4-8D15-40BA-BE63-8F85761BC2A6}" type="slidenum">
              <a:rPr lang="es-CL" smtClean="0"/>
              <a:t>8</a:t>
            </a:fld>
            <a:endParaRPr lang="es-CL"/>
          </a:p>
        </p:txBody>
      </p:sp>
    </p:spTree>
    <p:extLst>
      <p:ext uri="{BB962C8B-B14F-4D97-AF65-F5344CB8AC3E}">
        <p14:creationId xmlns:p14="http://schemas.microsoft.com/office/powerpoint/2010/main" val="2229162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66B20-C6C5-6254-70F1-116E5AB1D41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BA04F4-62F7-F1E0-4B6F-20612417C9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29A92A-8FB5-9A16-CEEB-8493F867182E}"/>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4C0D7C89-9CD1-7BE2-598B-ADFE3374C20F}"/>
              </a:ext>
            </a:extLst>
          </p:cNvPr>
          <p:cNvSpPr>
            <a:spLocks noGrp="1"/>
          </p:cNvSpPr>
          <p:nvPr>
            <p:ph type="sldNum" sz="quarter" idx="5"/>
          </p:nvPr>
        </p:nvSpPr>
        <p:spPr/>
        <p:txBody>
          <a:bodyPr/>
          <a:lstStyle/>
          <a:p>
            <a:fld id="{D32D85B4-8D15-40BA-BE63-8F85761BC2A6}" type="slidenum">
              <a:rPr lang="es-CL" smtClean="0"/>
              <a:t>9</a:t>
            </a:fld>
            <a:endParaRPr lang="es-CL"/>
          </a:p>
        </p:txBody>
      </p:sp>
    </p:spTree>
    <p:extLst>
      <p:ext uri="{BB962C8B-B14F-4D97-AF65-F5344CB8AC3E}">
        <p14:creationId xmlns:p14="http://schemas.microsoft.com/office/powerpoint/2010/main" val="2702000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F2452-4E3F-E42F-94DB-39DC2C3343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F7D813-955D-A949-54F5-B0383185F4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80C27C-855D-AA76-4594-699F6114EDC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4085D2D-5A89-C743-C497-CDDD03F80B63}"/>
              </a:ext>
            </a:extLst>
          </p:cNvPr>
          <p:cNvSpPr>
            <a:spLocks noGrp="1"/>
          </p:cNvSpPr>
          <p:nvPr>
            <p:ph type="sldNum" sz="quarter" idx="5"/>
          </p:nvPr>
        </p:nvSpPr>
        <p:spPr/>
        <p:txBody>
          <a:bodyPr/>
          <a:lstStyle/>
          <a:p>
            <a:fld id="{D32D85B4-8D15-40BA-BE63-8F85761BC2A6}" type="slidenum">
              <a:rPr lang="es-CL" smtClean="0"/>
              <a:t>10</a:t>
            </a:fld>
            <a:endParaRPr lang="es-CL"/>
          </a:p>
        </p:txBody>
      </p:sp>
    </p:spTree>
    <p:extLst>
      <p:ext uri="{BB962C8B-B14F-4D97-AF65-F5344CB8AC3E}">
        <p14:creationId xmlns:p14="http://schemas.microsoft.com/office/powerpoint/2010/main" val="3479946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36C35-93E7-542F-A853-DE4105A54B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AE3758-8E4B-1CC7-BCCA-F07D772AACE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33B86E4-FB1C-182F-3F16-7F77C5C0A951}"/>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BC356A4-AA27-3400-9C5E-93EB52DE72D7}"/>
              </a:ext>
            </a:extLst>
          </p:cNvPr>
          <p:cNvSpPr>
            <a:spLocks noGrp="1"/>
          </p:cNvSpPr>
          <p:nvPr>
            <p:ph type="sldNum" sz="quarter" idx="5"/>
          </p:nvPr>
        </p:nvSpPr>
        <p:spPr/>
        <p:txBody>
          <a:bodyPr/>
          <a:lstStyle/>
          <a:p>
            <a:fld id="{D32D85B4-8D15-40BA-BE63-8F85761BC2A6}" type="slidenum">
              <a:rPr lang="es-CL" smtClean="0"/>
              <a:t>11</a:t>
            </a:fld>
            <a:endParaRPr lang="es-CL"/>
          </a:p>
        </p:txBody>
      </p:sp>
    </p:spTree>
    <p:extLst>
      <p:ext uri="{BB962C8B-B14F-4D97-AF65-F5344CB8AC3E}">
        <p14:creationId xmlns:p14="http://schemas.microsoft.com/office/powerpoint/2010/main" val="2003040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49B0C-06A3-8988-CB0A-52F5B81009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4CEC59-28EE-2B2F-4AC1-AE25499144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3D988D-47E7-AF17-2E31-50D5FCF6835F}"/>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A4479BA-B4B3-A7B8-A816-3942302478AE}"/>
              </a:ext>
            </a:extLst>
          </p:cNvPr>
          <p:cNvSpPr>
            <a:spLocks noGrp="1"/>
          </p:cNvSpPr>
          <p:nvPr>
            <p:ph type="sldNum" sz="quarter" idx="5"/>
          </p:nvPr>
        </p:nvSpPr>
        <p:spPr/>
        <p:txBody>
          <a:bodyPr/>
          <a:lstStyle/>
          <a:p>
            <a:fld id="{D32D85B4-8D15-40BA-BE63-8F85761BC2A6}" type="slidenum">
              <a:rPr lang="es-CL" smtClean="0"/>
              <a:t>12</a:t>
            </a:fld>
            <a:endParaRPr lang="es-CL"/>
          </a:p>
        </p:txBody>
      </p:sp>
    </p:spTree>
    <p:extLst>
      <p:ext uri="{BB962C8B-B14F-4D97-AF65-F5344CB8AC3E}">
        <p14:creationId xmlns:p14="http://schemas.microsoft.com/office/powerpoint/2010/main" val="3208547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F449-D4B5-9FD5-EE04-C96946FA9E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92835F-67A7-5570-15E0-3CE87A02D9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DC4167-E67F-48C7-77C7-745E4A47A89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D8FC22FE-C15B-C73F-08BA-F21C6C0A3B88}"/>
              </a:ext>
            </a:extLst>
          </p:cNvPr>
          <p:cNvSpPr>
            <a:spLocks noGrp="1"/>
          </p:cNvSpPr>
          <p:nvPr>
            <p:ph type="sldNum" sz="quarter" idx="5"/>
          </p:nvPr>
        </p:nvSpPr>
        <p:spPr/>
        <p:txBody>
          <a:bodyPr/>
          <a:lstStyle/>
          <a:p>
            <a:fld id="{D32D85B4-8D15-40BA-BE63-8F85761BC2A6}" type="slidenum">
              <a:rPr lang="es-CL" smtClean="0"/>
              <a:t>13</a:t>
            </a:fld>
            <a:endParaRPr lang="es-CL"/>
          </a:p>
        </p:txBody>
      </p:sp>
    </p:spTree>
    <p:extLst>
      <p:ext uri="{BB962C8B-B14F-4D97-AF65-F5344CB8AC3E}">
        <p14:creationId xmlns:p14="http://schemas.microsoft.com/office/powerpoint/2010/main" val="2193104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640BC-BF4F-A408-2941-D673817C66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6529D7-BCAA-3750-3BD7-51DAA20615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35B58B-7FC9-E5CB-FCBF-21D9EE68150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4B499E00-29C3-32C1-DDB3-B9B3E04F9D00}"/>
              </a:ext>
            </a:extLst>
          </p:cNvPr>
          <p:cNvSpPr>
            <a:spLocks noGrp="1"/>
          </p:cNvSpPr>
          <p:nvPr>
            <p:ph type="sldNum" sz="quarter" idx="5"/>
          </p:nvPr>
        </p:nvSpPr>
        <p:spPr/>
        <p:txBody>
          <a:bodyPr/>
          <a:lstStyle/>
          <a:p>
            <a:fld id="{D32D85B4-8D15-40BA-BE63-8F85761BC2A6}" type="slidenum">
              <a:rPr lang="es-CL" smtClean="0"/>
              <a:t>14</a:t>
            </a:fld>
            <a:endParaRPr lang="es-CL"/>
          </a:p>
        </p:txBody>
      </p:sp>
    </p:spTree>
    <p:extLst>
      <p:ext uri="{BB962C8B-B14F-4D97-AF65-F5344CB8AC3E}">
        <p14:creationId xmlns:p14="http://schemas.microsoft.com/office/powerpoint/2010/main" val="41201680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85150-91A7-E666-1785-054BD2B4DF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F78D57-28BD-20AF-5811-CCBC7878F61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35787C-368F-6780-6B03-5852F22EC54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E5867B9E-EED0-5802-1DD0-0C8847B335A7}"/>
              </a:ext>
            </a:extLst>
          </p:cNvPr>
          <p:cNvSpPr>
            <a:spLocks noGrp="1"/>
          </p:cNvSpPr>
          <p:nvPr>
            <p:ph type="sldNum" sz="quarter" idx="5"/>
          </p:nvPr>
        </p:nvSpPr>
        <p:spPr/>
        <p:txBody>
          <a:bodyPr/>
          <a:lstStyle/>
          <a:p>
            <a:fld id="{D32D85B4-8D15-40BA-BE63-8F85761BC2A6}" type="slidenum">
              <a:rPr lang="es-CL" smtClean="0"/>
              <a:t>15</a:t>
            </a:fld>
            <a:endParaRPr lang="es-CL"/>
          </a:p>
        </p:txBody>
      </p:sp>
    </p:spTree>
    <p:extLst>
      <p:ext uri="{BB962C8B-B14F-4D97-AF65-F5344CB8AC3E}">
        <p14:creationId xmlns:p14="http://schemas.microsoft.com/office/powerpoint/2010/main" val="1145726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E8CDB-B977-AA3E-C966-9D2F37603D3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4B7AFB-D10D-1176-F715-B79871C370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EBA228-0568-CDC6-2031-F72035C08DF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4A2188B-B6A1-7DF3-6CE8-8EE1029D4812}"/>
              </a:ext>
            </a:extLst>
          </p:cNvPr>
          <p:cNvSpPr>
            <a:spLocks noGrp="1"/>
          </p:cNvSpPr>
          <p:nvPr>
            <p:ph type="sldNum" sz="quarter" idx="5"/>
          </p:nvPr>
        </p:nvSpPr>
        <p:spPr/>
        <p:txBody>
          <a:bodyPr/>
          <a:lstStyle/>
          <a:p>
            <a:fld id="{D32D85B4-8D15-40BA-BE63-8F85761BC2A6}" type="slidenum">
              <a:rPr lang="es-CL" smtClean="0"/>
              <a:t>16</a:t>
            </a:fld>
            <a:endParaRPr lang="es-CL"/>
          </a:p>
        </p:txBody>
      </p:sp>
    </p:spTree>
    <p:extLst>
      <p:ext uri="{BB962C8B-B14F-4D97-AF65-F5344CB8AC3E}">
        <p14:creationId xmlns:p14="http://schemas.microsoft.com/office/powerpoint/2010/main" val="1149711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9755-9323-2579-2EF5-C7F6DC6BDA4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6AA586-56EE-4900-E6FB-60BB10E0B8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09E2BA3-E8B3-D80D-3221-02F06D8CB981}"/>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C4385B14-1622-EF1C-A571-BAEAA98F0AC6}"/>
              </a:ext>
            </a:extLst>
          </p:cNvPr>
          <p:cNvSpPr>
            <a:spLocks noGrp="1"/>
          </p:cNvSpPr>
          <p:nvPr>
            <p:ph type="sldNum" sz="quarter" idx="5"/>
          </p:nvPr>
        </p:nvSpPr>
        <p:spPr/>
        <p:txBody>
          <a:bodyPr/>
          <a:lstStyle/>
          <a:p>
            <a:fld id="{D32D85B4-8D15-40BA-BE63-8F85761BC2A6}" type="slidenum">
              <a:rPr lang="es-CL" smtClean="0"/>
              <a:t>17</a:t>
            </a:fld>
            <a:endParaRPr lang="es-CL"/>
          </a:p>
        </p:txBody>
      </p:sp>
    </p:spTree>
    <p:extLst>
      <p:ext uri="{BB962C8B-B14F-4D97-AF65-F5344CB8AC3E}">
        <p14:creationId xmlns:p14="http://schemas.microsoft.com/office/powerpoint/2010/main" val="4058894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8D01A-99A9-5D85-07BA-144DAE9F3C0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EC5765-2838-5453-76AC-23487E3F2A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5C1349-7E1D-8A82-45B0-443F328F76FA}"/>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9DA3E5BB-AEC2-AA36-ED09-E9066F74CFE1}"/>
              </a:ext>
            </a:extLst>
          </p:cNvPr>
          <p:cNvSpPr>
            <a:spLocks noGrp="1"/>
          </p:cNvSpPr>
          <p:nvPr>
            <p:ph type="sldNum" sz="quarter" idx="5"/>
          </p:nvPr>
        </p:nvSpPr>
        <p:spPr/>
        <p:txBody>
          <a:bodyPr/>
          <a:lstStyle/>
          <a:p>
            <a:fld id="{D32D85B4-8D15-40BA-BE63-8F85761BC2A6}" type="slidenum">
              <a:rPr lang="es-CL" smtClean="0"/>
              <a:t>18</a:t>
            </a:fld>
            <a:endParaRPr lang="es-CL"/>
          </a:p>
        </p:txBody>
      </p:sp>
    </p:spTree>
    <p:extLst>
      <p:ext uri="{BB962C8B-B14F-4D97-AF65-F5344CB8AC3E}">
        <p14:creationId xmlns:p14="http://schemas.microsoft.com/office/powerpoint/2010/main" val="1924221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D69EC-94B3-4A56-6FDA-965CAB9251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39ED80-B88B-497F-3031-6A080D6BE43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7B91A2-30A0-6298-F6D2-92B6D8479062}"/>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194C8277-2FC0-90B0-3FC1-D03310D28203}"/>
              </a:ext>
            </a:extLst>
          </p:cNvPr>
          <p:cNvSpPr>
            <a:spLocks noGrp="1"/>
          </p:cNvSpPr>
          <p:nvPr>
            <p:ph type="sldNum" sz="quarter" idx="5"/>
          </p:nvPr>
        </p:nvSpPr>
        <p:spPr/>
        <p:txBody>
          <a:bodyPr/>
          <a:lstStyle/>
          <a:p>
            <a:fld id="{D32D85B4-8D15-40BA-BE63-8F85761BC2A6}" type="slidenum">
              <a:rPr lang="es-CL" smtClean="0"/>
              <a:t>19</a:t>
            </a:fld>
            <a:endParaRPr lang="es-CL"/>
          </a:p>
        </p:txBody>
      </p:sp>
    </p:spTree>
    <p:extLst>
      <p:ext uri="{BB962C8B-B14F-4D97-AF65-F5344CB8AC3E}">
        <p14:creationId xmlns:p14="http://schemas.microsoft.com/office/powerpoint/2010/main" val="275790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3A3B7-0FEA-356D-917B-060E9D2FA0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72D8E4-4B0A-2B83-E0E5-D15AA7296D4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BC8C3E-F173-8B64-42F2-D19E8FC17F9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FBABA99-0117-0853-C7AC-8F9184ADF824}"/>
              </a:ext>
            </a:extLst>
          </p:cNvPr>
          <p:cNvSpPr>
            <a:spLocks noGrp="1"/>
          </p:cNvSpPr>
          <p:nvPr>
            <p:ph type="sldNum" sz="quarter" idx="5"/>
          </p:nvPr>
        </p:nvSpPr>
        <p:spPr/>
        <p:txBody>
          <a:bodyPr/>
          <a:lstStyle/>
          <a:p>
            <a:fld id="{D32D85B4-8D15-40BA-BE63-8F85761BC2A6}" type="slidenum">
              <a:rPr lang="es-CL" smtClean="0"/>
              <a:t>20</a:t>
            </a:fld>
            <a:endParaRPr lang="es-CL"/>
          </a:p>
        </p:txBody>
      </p:sp>
    </p:spTree>
    <p:extLst>
      <p:ext uri="{BB962C8B-B14F-4D97-AF65-F5344CB8AC3E}">
        <p14:creationId xmlns:p14="http://schemas.microsoft.com/office/powerpoint/2010/main" val="3038771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8A79A-8C71-2480-829B-60240E9E3EE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1344B7-FDD4-F43B-DF57-6C711A04B3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DD8BC2-2C4B-ACE4-1967-F7676E93ABB8}"/>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DDD39EA6-059C-9280-47E6-159457DA043E}"/>
              </a:ext>
            </a:extLst>
          </p:cNvPr>
          <p:cNvSpPr>
            <a:spLocks noGrp="1"/>
          </p:cNvSpPr>
          <p:nvPr>
            <p:ph type="sldNum" sz="quarter" idx="5"/>
          </p:nvPr>
        </p:nvSpPr>
        <p:spPr/>
        <p:txBody>
          <a:bodyPr/>
          <a:lstStyle/>
          <a:p>
            <a:fld id="{D32D85B4-8D15-40BA-BE63-8F85761BC2A6}" type="slidenum">
              <a:rPr lang="es-CL" smtClean="0"/>
              <a:t>21</a:t>
            </a:fld>
            <a:endParaRPr lang="es-CL"/>
          </a:p>
        </p:txBody>
      </p:sp>
    </p:spTree>
    <p:extLst>
      <p:ext uri="{BB962C8B-B14F-4D97-AF65-F5344CB8AC3E}">
        <p14:creationId xmlns:p14="http://schemas.microsoft.com/office/powerpoint/2010/main" val="57010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1BB23-0C67-EF75-FD10-7131EC32594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F91622-F810-1595-7A8F-7D392D47329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14C585-0D48-0489-E208-8EBBCF2D0132}"/>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CDB4FCA1-1D23-8FAD-A2D2-2EF924E8F328}"/>
              </a:ext>
            </a:extLst>
          </p:cNvPr>
          <p:cNvSpPr>
            <a:spLocks noGrp="1"/>
          </p:cNvSpPr>
          <p:nvPr>
            <p:ph type="sldNum" sz="quarter" idx="5"/>
          </p:nvPr>
        </p:nvSpPr>
        <p:spPr/>
        <p:txBody>
          <a:bodyPr/>
          <a:lstStyle/>
          <a:p>
            <a:fld id="{D32D85B4-8D15-40BA-BE63-8F85761BC2A6}" type="slidenum">
              <a:rPr lang="es-CL" smtClean="0"/>
              <a:t>22</a:t>
            </a:fld>
            <a:endParaRPr lang="es-CL"/>
          </a:p>
        </p:txBody>
      </p:sp>
    </p:spTree>
    <p:extLst>
      <p:ext uri="{BB962C8B-B14F-4D97-AF65-F5344CB8AC3E}">
        <p14:creationId xmlns:p14="http://schemas.microsoft.com/office/powerpoint/2010/main" val="1039446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71BA3-9CAC-D479-7BA3-E348D1D98D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A95FBE-A617-4880-D5D6-9CDFA493B9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91C76F-66E4-01D9-F6EC-2118398F216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0F6A917-73DE-E3F9-BFCA-D17269596D17}"/>
              </a:ext>
            </a:extLst>
          </p:cNvPr>
          <p:cNvSpPr>
            <a:spLocks noGrp="1"/>
          </p:cNvSpPr>
          <p:nvPr>
            <p:ph type="sldNum" sz="quarter" idx="5"/>
          </p:nvPr>
        </p:nvSpPr>
        <p:spPr/>
        <p:txBody>
          <a:bodyPr/>
          <a:lstStyle/>
          <a:p>
            <a:fld id="{D32D85B4-8D15-40BA-BE63-8F85761BC2A6}" type="slidenum">
              <a:rPr lang="es-CL" smtClean="0"/>
              <a:t>23</a:t>
            </a:fld>
            <a:endParaRPr lang="es-CL"/>
          </a:p>
        </p:txBody>
      </p:sp>
    </p:spTree>
    <p:extLst>
      <p:ext uri="{BB962C8B-B14F-4D97-AF65-F5344CB8AC3E}">
        <p14:creationId xmlns:p14="http://schemas.microsoft.com/office/powerpoint/2010/main" val="5326922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3761-9BA4-75C3-D5BC-56D4E87C3D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D01A62-3ECC-D036-8B57-2FD70AEF45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D7B5C1F-BB6A-7C8C-9ED4-83960731D0D5}"/>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992F18D7-6E17-2699-A218-3F83755B3CFD}"/>
              </a:ext>
            </a:extLst>
          </p:cNvPr>
          <p:cNvSpPr>
            <a:spLocks noGrp="1"/>
          </p:cNvSpPr>
          <p:nvPr>
            <p:ph type="sldNum" sz="quarter" idx="5"/>
          </p:nvPr>
        </p:nvSpPr>
        <p:spPr/>
        <p:txBody>
          <a:bodyPr/>
          <a:lstStyle/>
          <a:p>
            <a:fld id="{D32D85B4-8D15-40BA-BE63-8F85761BC2A6}" type="slidenum">
              <a:rPr lang="es-CL" smtClean="0"/>
              <a:t>24</a:t>
            </a:fld>
            <a:endParaRPr lang="es-CL"/>
          </a:p>
        </p:txBody>
      </p:sp>
    </p:spTree>
    <p:extLst>
      <p:ext uri="{BB962C8B-B14F-4D97-AF65-F5344CB8AC3E}">
        <p14:creationId xmlns:p14="http://schemas.microsoft.com/office/powerpoint/2010/main" val="33678072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53DB4-0635-3880-72D8-C876A52167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90A3C4-57B2-B4EA-FE60-80D0FDBC79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C6902D-D379-A9A1-6AEA-A53691A6F40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4AB1D12-A2B3-68B0-7376-D7ABA9B67858}"/>
              </a:ext>
            </a:extLst>
          </p:cNvPr>
          <p:cNvSpPr>
            <a:spLocks noGrp="1"/>
          </p:cNvSpPr>
          <p:nvPr>
            <p:ph type="sldNum" sz="quarter" idx="5"/>
          </p:nvPr>
        </p:nvSpPr>
        <p:spPr/>
        <p:txBody>
          <a:bodyPr/>
          <a:lstStyle/>
          <a:p>
            <a:fld id="{D32D85B4-8D15-40BA-BE63-8F85761BC2A6}" type="slidenum">
              <a:rPr lang="es-CL" smtClean="0"/>
              <a:t>25</a:t>
            </a:fld>
            <a:endParaRPr lang="es-CL"/>
          </a:p>
        </p:txBody>
      </p:sp>
    </p:spTree>
    <p:extLst>
      <p:ext uri="{BB962C8B-B14F-4D97-AF65-F5344CB8AC3E}">
        <p14:creationId xmlns:p14="http://schemas.microsoft.com/office/powerpoint/2010/main" val="34161362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A97DB-7E7D-0C9C-445A-DADC55569F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C968A50-5039-58D3-D182-7129F7F9BBE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A490728-4754-37C1-DBE2-82FC14C7C981}"/>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02D1A7F-5053-C72D-6CCC-677FE7232682}"/>
              </a:ext>
            </a:extLst>
          </p:cNvPr>
          <p:cNvSpPr>
            <a:spLocks noGrp="1"/>
          </p:cNvSpPr>
          <p:nvPr>
            <p:ph type="sldNum" sz="quarter" idx="5"/>
          </p:nvPr>
        </p:nvSpPr>
        <p:spPr/>
        <p:txBody>
          <a:bodyPr/>
          <a:lstStyle/>
          <a:p>
            <a:fld id="{D32D85B4-8D15-40BA-BE63-8F85761BC2A6}" type="slidenum">
              <a:rPr lang="es-CL" smtClean="0"/>
              <a:t>26</a:t>
            </a:fld>
            <a:endParaRPr lang="es-CL"/>
          </a:p>
        </p:txBody>
      </p:sp>
    </p:spTree>
    <p:extLst>
      <p:ext uri="{BB962C8B-B14F-4D97-AF65-F5344CB8AC3E}">
        <p14:creationId xmlns:p14="http://schemas.microsoft.com/office/powerpoint/2010/main" val="1129092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7DC156A5-B668-40B6-B68E-AFC99CB3A359}" type="datetimeFigureOut">
              <a:rPr lang="es-CL" smtClean="0"/>
              <a:t>24-09-2026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81876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7DC156A5-B668-40B6-B68E-AFC99CB3A359}" type="datetimeFigureOut">
              <a:rPr lang="es-CL" smtClean="0"/>
              <a:t>24-09-2026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777784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7DC156A5-B668-40B6-B68E-AFC99CB3A359}" type="datetimeFigureOut">
              <a:rPr lang="es-CL" smtClean="0"/>
              <a:t>24-09-2026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463483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7DC156A5-B668-40B6-B68E-AFC99CB3A359}" type="datetimeFigureOut">
              <a:rPr lang="es-CL" smtClean="0"/>
              <a:t>24-09-2026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1643728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7DC156A5-B668-40B6-B68E-AFC99CB3A359}" type="datetimeFigureOut">
              <a:rPr lang="es-CL" smtClean="0"/>
              <a:t>24-09-2026</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1964894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7DC156A5-B668-40B6-B68E-AFC99CB3A359}" type="datetimeFigureOut">
              <a:rPr lang="es-CL" smtClean="0"/>
              <a:t>24-09-2026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2114832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C156A5-B668-40B6-B68E-AFC99CB3A359}" type="datetimeFigureOut">
              <a:rPr lang="es-CL" smtClean="0"/>
              <a:t>24-09-2026</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474201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7DC156A5-B668-40B6-B68E-AFC99CB3A359}" type="datetimeFigureOut">
              <a:rPr lang="es-CL" smtClean="0"/>
              <a:t>24-09-2026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124240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7DC156A5-B668-40B6-B68E-AFC99CB3A359}" type="datetimeFigureOut">
              <a:rPr lang="es-CL" smtClean="0"/>
              <a:t>24-09-2026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1571960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7DC156A5-B668-40B6-B68E-AFC99CB3A359}" type="datetimeFigureOut">
              <a:rPr lang="es-CL" smtClean="0"/>
              <a:t>24-09-2026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3224430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7DC156A5-B668-40B6-B68E-AFC99CB3A359}" type="datetimeFigureOut">
              <a:rPr lang="es-CL" smtClean="0"/>
              <a:t>24-09-2026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a:p>
        </p:txBody>
      </p:sp>
    </p:spTree>
    <p:extLst>
      <p:ext uri="{BB962C8B-B14F-4D97-AF65-F5344CB8AC3E}">
        <p14:creationId xmlns:p14="http://schemas.microsoft.com/office/powerpoint/2010/main" val="3811924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C156A5-B668-40B6-B68E-AFC99CB3A359}" type="datetimeFigureOut">
              <a:rPr lang="es-CL" smtClean="0"/>
              <a:t>24-09-2026</a:t>
            </a:fld>
            <a:endParaRPr lang="es-C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4E32BF-339A-4FD7-AF2D-884DBB49ECE9}" type="slidenum">
              <a:rPr lang="es-CL" smtClean="0"/>
              <a:t>‹Nº›</a:t>
            </a:fld>
            <a:endParaRPr lang="es-CL"/>
          </a:p>
        </p:txBody>
      </p:sp>
    </p:spTree>
    <p:extLst>
      <p:ext uri="{BB962C8B-B14F-4D97-AF65-F5344CB8AC3E}">
        <p14:creationId xmlns:p14="http://schemas.microsoft.com/office/powerpoint/2010/main" val="833609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www.mathopenref.com/thales.html" TargetMode="External"/><Relationship Id="rId5" Type="http://schemas.openxmlformats.org/officeDocument/2006/relationships/hyperlink" Target="http://en.wikipedia.org/wiki/Intercept_theorem"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www.mathopenref.com/thales.html" TargetMode="External"/><Relationship Id="rId4" Type="http://schemas.openxmlformats.org/officeDocument/2006/relationships/hyperlink" Target="http://en.wikipedia.org/wiki/Intercept_theore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hyperlink" Target="https://es.wikipedia.org/wiki/Euclid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es.wikipedia.org/wiki/Euclide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es.wikipedia.org/wiki/Euclide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commons.wikimedia.org/wiki/Category:4th-century_paintings"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tech2.npm.gov.tw/english/dm/painting/b_01.htm" TargetMode="Externa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hyperlink" Target="http://commons.wikimedia.org/wiki/Albrecht_D&#252;rer" TargetMode="Externa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hyperlink" Target="http://www.pinhole.cz/en/pinholecameras/whatis.html" TargetMode="Externa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www.lookandlearn.com/history-images" TargetMode="Externa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6.jpeg"/></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en.wikipedia.org/wiki/History_of_photography" TargetMode="External"/><Relationship Id="rId5" Type="http://schemas.openxmlformats.org/officeDocument/2006/relationships/image" Target="../media/image27.png"/><Relationship Id="rId4" Type="http://schemas.openxmlformats.org/officeDocument/2006/relationships/hyperlink" Target="http://upload.wikimedia.org/wikipedia/commons/0/0e/View_from_the_Window_at_Le_Gras,_Joseph_Nic%C3%A9phore_Ni%C3%A9pce,_uncompressed_UMN_source.pn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en.wikipedia.org/wiki/History_of_photography" TargetMode="External"/><Relationship Id="rId5" Type="http://schemas.openxmlformats.org/officeDocument/2006/relationships/image" Target="../media/image28.jpeg"/><Relationship Id="rId4" Type="http://schemas.openxmlformats.org/officeDocument/2006/relationships/hyperlink" Target="http://upload.wikimedia.org/wikipedia/commons/7/7f/Tartan_Ribbon.jpg"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hyperlink" Target="http://en.wikipedia.org/wiki/History_of_photography"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jpeg"/></Relationships>
</file>

<file path=ppt/slides/_rels/slide2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8261AC4D-D56B-FCD9-2D31-C2C2E0662094}"/>
              </a:ext>
            </a:extLst>
          </p:cNvPr>
          <p:cNvSpPr txBox="1">
            <a:spLocks/>
          </p:cNvSpPr>
          <p:nvPr/>
        </p:nvSpPr>
        <p:spPr>
          <a:xfrm>
            <a:off x="1717331" y="2894648"/>
            <a:ext cx="8757337" cy="74170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5400" dirty="0">
                <a:solidFill>
                  <a:srgbClr val="FFFFFF"/>
                </a:solidFill>
                <a:latin typeface="Montserrat" pitchFamily="2" charset="77"/>
                <a:cs typeface="Calibri Light"/>
              </a:rPr>
              <a:t>Visión por Computador: Historia</a:t>
            </a:r>
            <a:endParaRPr lang="es-ES" sz="5400" dirty="0">
              <a:solidFill>
                <a:srgbClr val="FFFFFF"/>
              </a:solidFill>
              <a:latin typeface="Montserrat" pitchFamily="2" charset="77"/>
            </a:endParaRPr>
          </a:p>
        </p:txBody>
      </p:sp>
      <p:pic>
        <p:nvPicPr>
          <p:cNvPr id="13" name="Imagen 12">
            <a:extLst>
              <a:ext uri="{FF2B5EF4-FFF2-40B4-BE49-F238E27FC236}">
                <a16:creationId xmlns:a16="http://schemas.microsoft.com/office/drawing/2014/main" id="{21B233B7-7A13-619B-C4AD-4E4299F9F41D}"/>
              </a:ext>
            </a:extLst>
          </p:cNvPr>
          <p:cNvPicPr>
            <a:picLocks noChangeAspect="1"/>
          </p:cNvPicPr>
          <p:nvPr/>
        </p:nvPicPr>
        <p:blipFill>
          <a:blip r:embed="rId3"/>
          <a:stretch>
            <a:fillRect/>
          </a:stretch>
        </p:blipFill>
        <p:spPr>
          <a:xfrm>
            <a:off x="5504906" y="1086558"/>
            <a:ext cx="1727200" cy="1460500"/>
          </a:xfrm>
          <a:prstGeom prst="rect">
            <a:avLst/>
          </a:prstGeom>
        </p:spPr>
      </p:pic>
      <p:sp>
        <p:nvSpPr>
          <p:cNvPr id="4" name="Rectángulo 3">
            <a:extLst>
              <a:ext uri="{FF2B5EF4-FFF2-40B4-BE49-F238E27FC236}">
                <a16:creationId xmlns:a16="http://schemas.microsoft.com/office/drawing/2014/main" id="{2944E5F5-76E7-7915-76DC-35DD2BF31062}"/>
              </a:ext>
            </a:extLst>
          </p:cNvPr>
          <p:cNvSpPr/>
          <p:nvPr/>
        </p:nvSpPr>
        <p:spPr>
          <a:xfrm>
            <a:off x="3218270" y="3677840"/>
            <a:ext cx="6000108"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Subtítulo 2">
            <a:extLst>
              <a:ext uri="{FF2B5EF4-FFF2-40B4-BE49-F238E27FC236}">
                <a16:creationId xmlns:a16="http://schemas.microsoft.com/office/drawing/2014/main" id="{9CBD3C2B-219F-AC36-606B-A6905CE9EE69}"/>
              </a:ext>
            </a:extLst>
          </p:cNvPr>
          <p:cNvSpPr txBox="1">
            <a:spLocks/>
          </p:cNvSpPr>
          <p:nvPr/>
        </p:nvSpPr>
        <p:spPr>
          <a:xfrm>
            <a:off x="3485398" y="3818300"/>
            <a:ext cx="5732980" cy="1098395"/>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 sz="2300" dirty="0">
                <a:solidFill>
                  <a:srgbClr val="FFFFFF"/>
                </a:solidFill>
                <a:latin typeface="Montserrat" pitchFamily="2" charset="77"/>
                <a:cs typeface="Calibri"/>
              </a:rPr>
              <a:t>Pamela Franco Leiva</a:t>
            </a:r>
            <a:endParaRPr lang="es-ES" sz="2300" dirty="0">
              <a:solidFill>
                <a:srgbClr val="FFFFFF"/>
              </a:solidFill>
              <a:latin typeface="Montserrat" pitchFamily="2" charset="77"/>
              <a:ea typeface="Calibri"/>
              <a:cs typeface="Calibri"/>
            </a:endParaRPr>
          </a:p>
        </p:txBody>
      </p:sp>
      <p:sp>
        <p:nvSpPr>
          <p:cNvPr id="8" name="Subtítulo 2">
            <a:extLst>
              <a:ext uri="{FF2B5EF4-FFF2-40B4-BE49-F238E27FC236}">
                <a16:creationId xmlns:a16="http://schemas.microsoft.com/office/drawing/2014/main" id="{41860A79-B110-9F78-3978-77AFA70E5855}"/>
              </a:ext>
            </a:extLst>
          </p:cNvPr>
          <p:cNvSpPr txBox="1">
            <a:spLocks/>
          </p:cNvSpPr>
          <p:nvPr/>
        </p:nvSpPr>
        <p:spPr>
          <a:xfrm>
            <a:off x="5805270" y="6541035"/>
            <a:ext cx="1426836" cy="425644"/>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1200" dirty="0">
                <a:solidFill>
                  <a:srgbClr val="FFFFFF"/>
                </a:solidFill>
                <a:latin typeface="Montserrat" pitchFamily="2" charset="77"/>
                <a:ea typeface="Calibri"/>
                <a:cs typeface="Calibri"/>
              </a:rPr>
              <a:t>FECHA</a:t>
            </a:r>
          </a:p>
          <a:p>
            <a:endParaRPr lang="es-ES" sz="1200" dirty="0">
              <a:solidFill>
                <a:srgbClr val="FFFFFF"/>
              </a:solidFill>
              <a:latin typeface="Montserrat" pitchFamily="2" charset="77"/>
              <a:ea typeface="Calibri"/>
              <a:cs typeface="Calibri"/>
            </a:endParaRPr>
          </a:p>
          <a:p>
            <a:endParaRPr lang="es-ES" sz="1200" dirty="0">
              <a:solidFill>
                <a:srgbClr val="FFFFFF"/>
              </a:solidFill>
              <a:latin typeface="Montserrat" pitchFamily="2" charset="77"/>
              <a:ea typeface="Calibri"/>
              <a:cs typeface="Calibri"/>
            </a:endParaRPr>
          </a:p>
        </p:txBody>
      </p:sp>
    </p:spTree>
    <p:extLst>
      <p:ext uri="{BB962C8B-B14F-4D97-AF65-F5344CB8AC3E}">
        <p14:creationId xmlns:p14="http://schemas.microsoft.com/office/powerpoint/2010/main" val="331973462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EE738EC-B53A-ABCD-9FA6-598A49119069}"/>
              </a:ext>
            </a:extLst>
          </p:cNvPr>
          <p:cNvPicPr>
            <a:picLocks noChangeAspect="1"/>
          </p:cNvPicPr>
          <p:nvPr/>
        </p:nvPicPr>
        <p:blipFill rotWithShape="1">
          <a:blip r:embed="rId3">
            <a:extLst>
              <a:ext uri="{28A0092B-C50C-407E-A947-70E740481C1C}">
                <a14:useLocalDpi xmlns:a14="http://schemas.microsoft.com/office/drawing/2010/main" val="0"/>
              </a:ext>
            </a:extLst>
          </a:blip>
          <a:srcRect l="38369" r="7163"/>
          <a:stretch/>
        </p:blipFill>
        <p:spPr>
          <a:xfrm>
            <a:off x="6549030" y="-79378"/>
            <a:ext cx="5738628" cy="7016756"/>
          </a:xfrm>
          <a:prstGeom prst="rect">
            <a:avLst/>
          </a:prstGeom>
        </p:spPr>
      </p:pic>
      <p:grpSp>
        <p:nvGrpSpPr>
          <p:cNvPr id="7" name="Grupo 6">
            <a:extLst>
              <a:ext uri="{FF2B5EF4-FFF2-40B4-BE49-F238E27FC236}">
                <a16:creationId xmlns:a16="http://schemas.microsoft.com/office/drawing/2014/main" id="{3089DBCA-FFA2-7FCA-0978-020F1612CD92}"/>
              </a:ext>
            </a:extLst>
          </p:cNvPr>
          <p:cNvGrpSpPr/>
          <p:nvPr/>
        </p:nvGrpSpPr>
        <p:grpSpPr>
          <a:xfrm>
            <a:off x="302002" y="-206018"/>
            <a:ext cx="11544754" cy="6812558"/>
            <a:chOff x="302002" y="-206018"/>
            <a:chExt cx="11544754" cy="6812558"/>
          </a:xfrm>
        </p:grpSpPr>
        <p:sp>
          <p:nvSpPr>
            <p:cNvPr id="11" name="Rectángulo 10">
              <a:extLst>
                <a:ext uri="{FF2B5EF4-FFF2-40B4-BE49-F238E27FC236}">
                  <a16:creationId xmlns:a16="http://schemas.microsoft.com/office/drawing/2014/main" id="{3C44C02C-081F-BED0-D6AD-14E853857BB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grpSp>
          <p:nvGrpSpPr>
            <p:cNvPr id="6" name="Grupo 5">
              <a:extLst>
                <a:ext uri="{FF2B5EF4-FFF2-40B4-BE49-F238E27FC236}">
                  <a16:creationId xmlns:a16="http://schemas.microsoft.com/office/drawing/2014/main" id="{E15368CA-E4DB-7718-2A41-27F135DAB4D0}"/>
                </a:ext>
              </a:extLst>
            </p:cNvPr>
            <p:cNvGrpSpPr/>
            <p:nvPr/>
          </p:nvGrpSpPr>
          <p:grpSpPr>
            <a:xfrm>
              <a:off x="10266948" y="-206018"/>
              <a:ext cx="1339576" cy="1716660"/>
              <a:chOff x="10266948" y="-206018"/>
              <a:chExt cx="1339576" cy="1716660"/>
            </a:xfrm>
          </p:grpSpPr>
          <p:sp>
            <p:nvSpPr>
              <p:cNvPr id="14" name="Título 1">
                <a:extLst>
                  <a:ext uri="{FF2B5EF4-FFF2-40B4-BE49-F238E27FC236}">
                    <a16:creationId xmlns:a16="http://schemas.microsoft.com/office/drawing/2014/main" id="{BD4FDC23-8EEC-4944-2580-A2FC374CD2D0}"/>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3" name="Imagen 12">
                <a:extLst>
                  <a:ext uri="{FF2B5EF4-FFF2-40B4-BE49-F238E27FC236}">
                    <a16:creationId xmlns:a16="http://schemas.microsoft.com/office/drawing/2014/main" id="{E22975E8-8974-FCA4-BF3D-C8A1AD8F6A79}"/>
                  </a:ext>
                </a:extLst>
              </p:cNvPr>
              <p:cNvPicPr>
                <a:picLocks noChangeAspect="1"/>
              </p:cNvPicPr>
              <p:nvPr/>
            </p:nvPicPr>
            <p:blipFill>
              <a:blip r:embed="rId4"/>
              <a:stretch>
                <a:fillRect/>
              </a:stretch>
            </p:blipFill>
            <p:spPr>
              <a:xfrm>
                <a:off x="10375523" y="394074"/>
                <a:ext cx="1151092" cy="973350"/>
              </a:xfrm>
              <a:prstGeom prst="rect">
                <a:avLst/>
              </a:prstGeom>
            </p:spPr>
          </p:pic>
        </p:grpSp>
      </p:grpSp>
      <p:sp>
        <p:nvSpPr>
          <p:cNvPr id="5" name="CuadroTexto 4">
            <a:extLst>
              <a:ext uri="{FF2B5EF4-FFF2-40B4-BE49-F238E27FC236}">
                <a16:creationId xmlns:a16="http://schemas.microsoft.com/office/drawing/2014/main" id="{C6FFEBCA-443A-A485-8CB8-8F346C8CD519}"/>
              </a:ext>
            </a:extLst>
          </p:cNvPr>
          <p:cNvSpPr txBox="1"/>
          <p:nvPr/>
        </p:nvSpPr>
        <p:spPr>
          <a:xfrm>
            <a:off x="302002" y="1814335"/>
            <a:ext cx="6123877" cy="4524315"/>
          </a:xfrm>
          <a:prstGeom prst="rect">
            <a:avLst/>
          </a:prstGeom>
          <a:noFill/>
        </p:spPr>
        <p:txBody>
          <a:bodyPr wrap="square">
            <a:spAutoFit/>
          </a:bodyPr>
          <a:lstStyle/>
          <a:p>
            <a:pPr algn="just"/>
            <a:endParaRPr lang="en-US" sz="1600" b="1" dirty="0">
              <a:ea typeface="CMU Serif" panose="02000603000000000000" pitchFamily="2" charset="0"/>
              <a:cs typeface="Arial" panose="020B0604020202020204" pitchFamily="34" charset="0"/>
            </a:endParaRPr>
          </a:p>
          <a:p>
            <a:pPr algn="just"/>
            <a:endParaRPr lang="en-US" sz="1600" b="1" dirty="0">
              <a:ea typeface="CMU Serif" panose="02000603000000000000" pitchFamily="2" charset="0"/>
              <a:cs typeface="Arial" panose="020B0604020202020204" pitchFamily="34" charset="0"/>
            </a:endParaRPr>
          </a:p>
          <a:p>
            <a:pPr algn="just"/>
            <a:r>
              <a:rPr lang="en-US" sz="1600" b="1" dirty="0">
                <a:ea typeface="CMU Serif" panose="02000603000000000000" pitchFamily="2" charset="0"/>
                <a:cs typeface="Arial" panose="020B0604020202020204" pitchFamily="34" charset="0"/>
              </a:rPr>
              <a:t>Pamela Alejandra Franco Leiva</a:t>
            </a:r>
          </a:p>
          <a:p>
            <a:pPr algn="just"/>
            <a:endParaRPr lang="en-US" sz="1600" b="1" dirty="0">
              <a:ea typeface="CMU Serif" panose="02000603000000000000" pitchFamily="2" charset="0"/>
              <a:cs typeface="Arial" panose="020B0604020202020204" pitchFamily="34" charset="0"/>
            </a:endParaRPr>
          </a:p>
          <a:p>
            <a:pPr algn="just"/>
            <a:r>
              <a:rPr lang="en-US" sz="1600" b="1" dirty="0">
                <a:ea typeface="CMU Serif" panose="02000603000000000000" pitchFamily="2" charset="0"/>
                <a:cs typeface="Arial" panose="020B0604020202020204" pitchFamily="34" charset="0"/>
              </a:rPr>
              <a:t>Correo Electrónico: </a:t>
            </a:r>
            <a:r>
              <a:rPr lang="en-US" sz="1600" dirty="0">
                <a:ea typeface="CMU Serif" panose="02000603000000000000" pitchFamily="2" charset="0"/>
                <a:cs typeface="Arial" panose="020B0604020202020204" pitchFamily="34" charset="0"/>
              </a:rPr>
              <a:t>pamela.franco@unab.cl</a:t>
            </a:r>
          </a:p>
          <a:p>
            <a:pPr algn="just"/>
            <a:endParaRPr lang="en-US" sz="1600" b="1" dirty="0">
              <a:ea typeface="CMU Serif" panose="02000603000000000000" pitchFamily="2" charset="0"/>
              <a:cs typeface="Arial" panose="020B0604020202020204" pitchFamily="34" charset="0"/>
            </a:endParaRPr>
          </a:p>
          <a:p>
            <a:pPr algn="just"/>
            <a:r>
              <a:rPr lang="en-US" sz="1600" b="1" dirty="0">
                <a:ea typeface="CMU Serif" panose="02000603000000000000" pitchFamily="2" charset="0"/>
                <a:cs typeface="Arial" panose="020B0604020202020204" pitchFamily="34" charset="0"/>
              </a:rPr>
              <a:t>PhD,</a:t>
            </a:r>
            <a:r>
              <a:rPr lang="en-US" sz="1600" dirty="0">
                <a:ea typeface="CMU Serif" panose="02000603000000000000" pitchFamily="2" charset="0"/>
                <a:cs typeface="Arial" panose="020B0604020202020204" pitchFamily="34" charset="0"/>
              </a:rPr>
              <a:t> </a:t>
            </a:r>
            <a:r>
              <a:rPr lang="en-US" sz="1600" dirty="0" err="1">
                <a:ea typeface="CMU Serif" panose="02000603000000000000" pitchFamily="2" charset="0"/>
                <a:cs typeface="Arial" panose="020B0604020202020204" pitchFamily="34" charset="0"/>
              </a:rPr>
              <a:t>en</a:t>
            </a:r>
            <a:r>
              <a:rPr lang="en-US" sz="1600" dirty="0">
                <a:ea typeface="CMU Serif" panose="02000603000000000000" pitchFamily="2" charset="0"/>
                <a:cs typeface="Arial" panose="020B0604020202020204" pitchFamily="34" charset="0"/>
              </a:rPr>
              <a:t> Ingeniería </a:t>
            </a:r>
            <a:r>
              <a:rPr lang="en-US" sz="1600" dirty="0" err="1">
                <a:ea typeface="CMU Serif" panose="02000603000000000000" pitchFamily="2" charset="0"/>
                <a:cs typeface="Arial" panose="020B0604020202020204" pitchFamily="34" charset="0"/>
              </a:rPr>
              <a:t>Eléctrica</a:t>
            </a:r>
            <a:r>
              <a:rPr lang="en-US" sz="1600" dirty="0">
                <a:ea typeface="CMU Serif" panose="02000603000000000000" pitchFamily="2" charset="0"/>
                <a:cs typeface="Arial" panose="020B0604020202020204" pitchFamily="34" charset="0"/>
              </a:rPr>
              <a:t>, PUC</a:t>
            </a:r>
          </a:p>
          <a:p>
            <a:pPr algn="just"/>
            <a:r>
              <a:rPr lang="en-US" sz="1600" b="1" dirty="0">
                <a:ea typeface="CMU Serif" panose="02000603000000000000" pitchFamily="2" charset="0"/>
                <a:cs typeface="Arial" panose="020B0604020202020204" pitchFamily="34" charset="0"/>
              </a:rPr>
              <a:t>MSc,</a:t>
            </a:r>
            <a:r>
              <a:rPr lang="en-US" sz="1600" dirty="0">
                <a:ea typeface="CMU Serif" panose="02000603000000000000" pitchFamily="2" charset="0"/>
                <a:cs typeface="Arial" panose="020B0604020202020204" pitchFamily="34" charset="0"/>
              </a:rPr>
              <a:t> </a:t>
            </a:r>
            <a:r>
              <a:rPr lang="en-US" sz="1600" dirty="0" err="1">
                <a:ea typeface="CMU Serif" panose="02000603000000000000" pitchFamily="2" charset="0"/>
                <a:cs typeface="Arial" panose="020B0604020202020204" pitchFamily="34" charset="0"/>
              </a:rPr>
              <a:t>Física</a:t>
            </a:r>
            <a:r>
              <a:rPr lang="en-US" sz="1600" dirty="0">
                <a:ea typeface="CMU Serif" panose="02000603000000000000" pitchFamily="2" charset="0"/>
                <a:cs typeface="Arial" panose="020B0604020202020204" pitchFamily="34" charset="0"/>
              </a:rPr>
              <a:t> Médica, PUC</a:t>
            </a:r>
          </a:p>
          <a:p>
            <a:pPr algn="just"/>
            <a:r>
              <a:rPr lang="en-US" sz="1600" b="1" dirty="0" err="1">
                <a:ea typeface="CMU Serif" panose="02000603000000000000" pitchFamily="2" charset="0"/>
                <a:cs typeface="Arial" panose="020B0604020202020204" pitchFamily="34" charset="0"/>
              </a:rPr>
              <a:t>Ingeniera</a:t>
            </a:r>
            <a:r>
              <a:rPr lang="en-US" sz="1600" b="1" dirty="0">
                <a:ea typeface="CMU Serif" panose="02000603000000000000" pitchFamily="2" charset="0"/>
                <a:cs typeface="Arial" panose="020B0604020202020204" pitchFamily="34" charset="0"/>
              </a:rPr>
              <a:t> </a:t>
            </a:r>
            <a:r>
              <a:rPr lang="en-US" sz="1600" b="1" dirty="0" err="1">
                <a:ea typeface="CMU Serif" panose="02000603000000000000" pitchFamily="2" charset="0"/>
                <a:cs typeface="Arial" panose="020B0604020202020204" pitchFamily="34" charset="0"/>
              </a:rPr>
              <a:t>Física</a:t>
            </a:r>
            <a:r>
              <a:rPr lang="en-US" sz="1600" dirty="0">
                <a:ea typeface="CMU Serif" panose="02000603000000000000" pitchFamily="2" charset="0"/>
                <a:cs typeface="Arial" panose="020B0604020202020204" pitchFamily="34" charset="0"/>
              </a:rPr>
              <a:t>, USACH</a:t>
            </a:r>
          </a:p>
          <a:p>
            <a:pPr algn="just"/>
            <a:r>
              <a:rPr lang="en-US" sz="1600" b="1" dirty="0">
                <a:ea typeface="CMU Serif" panose="02000603000000000000" pitchFamily="2" charset="0"/>
                <a:cs typeface="Arial" panose="020B0604020202020204" pitchFamily="34" charset="0"/>
              </a:rPr>
              <a:t>BSc</a:t>
            </a:r>
            <a:r>
              <a:rPr lang="en-US" sz="1600" dirty="0">
                <a:ea typeface="CMU Serif" panose="02000603000000000000" pitchFamily="2" charset="0"/>
                <a:cs typeface="Arial" panose="020B0604020202020204" pitchFamily="34" charset="0"/>
              </a:rPr>
              <a:t>, </a:t>
            </a:r>
            <a:r>
              <a:rPr lang="en-US" sz="1600" dirty="0" err="1">
                <a:ea typeface="CMU Serif" panose="02000603000000000000" pitchFamily="2" charset="0"/>
                <a:cs typeface="Arial" panose="020B0604020202020204" pitchFamily="34" charset="0"/>
              </a:rPr>
              <a:t>Física</a:t>
            </a:r>
            <a:r>
              <a:rPr lang="en-US" sz="1600" dirty="0">
                <a:ea typeface="CMU Serif" panose="02000603000000000000" pitchFamily="2" charset="0"/>
                <a:cs typeface="Arial" panose="020B0604020202020204" pitchFamily="34" charset="0"/>
              </a:rPr>
              <a:t> </a:t>
            </a:r>
            <a:r>
              <a:rPr lang="en-US" sz="1600" dirty="0" err="1">
                <a:ea typeface="CMU Serif" panose="02000603000000000000" pitchFamily="2" charset="0"/>
                <a:cs typeface="Arial" panose="020B0604020202020204" pitchFamily="34" charset="0"/>
              </a:rPr>
              <a:t>Aplicada</a:t>
            </a:r>
            <a:r>
              <a:rPr lang="en-US" sz="1600" dirty="0">
                <a:ea typeface="CMU Serif" panose="02000603000000000000" pitchFamily="2" charset="0"/>
                <a:cs typeface="Arial" panose="020B0604020202020204" pitchFamily="34" charset="0"/>
              </a:rPr>
              <a:t>, USACH</a:t>
            </a:r>
            <a:endParaRPr lang="en-US" sz="1600" b="1" dirty="0">
              <a:ea typeface="CMU Serif" panose="02000603000000000000" pitchFamily="2" charset="0"/>
              <a:cs typeface="Arial" panose="020B0604020202020204" pitchFamily="34" charset="0"/>
            </a:endParaRPr>
          </a:p>
          <a:p>
            <a:pPr algn="just"/>
            <a:endParaRPr lang="en-US" sz="1600" b="1" dirty="0">
              <a:ea typeface="CMU Serif" panose="02000603000000000000" pitchFamily="2" charset="0"/>
              <a:cs typeface="Arial" panose="020B0604020202020204" pitchFamily="34" charset="0"/>
            </a:endParaRPr>
          </a:p>
          <a:p>
            <a:pPr algn="just"/>
            <a:r>
              <a:rPr lang="en-US" sz="1600" b="1" dirty="0" err="1">
                <a:ea typeface="CMU Serif" panose="02000603000000000000" pitchFamily="2" charset="0"/>
                <a:cs typeface="Arial" panose="020B0604020202020204" pitchFamily="34" charset="0"/>
              </a:rPr>
              <a:t>Profesora</a:t>
            </a:r>
            <a:r>
              <a:rPr lang="en-US" sz="1600" b="1" dirty="0">
                <a:ea typeface="CMU Serif" panose="02000603000000000000" pitchFamily="2" charset="0"/>
                <a:cs typeface="Arial" panose="020B0604020202020204" pitchFamily="34" charset="0"/>
              </a:rPr>
              <a:t> </a:t>
            </a:r>
            <a:r>
              <a:rPr lang="en-US" sz="1600" b="1" dirty="0" err="1">
                <a:ea typeface="CMU Serif" panose="02000603000000000000" pitchFamily="2" charset="0"/>
                <a:cs typeface="Arial" panose="020B0604020202020204" pitchFamily="34" charset="0"/>
              </a:rPr>
              <a:t>Investigadora</a:t>
            </a:r>
            <a:r>
              <a:rPr lang="en-US" sz="1600" b="1" dirty="0">
                <a:ea typeface="CMU Serif" panose="02000603000000000000" pitchFamily="2" charset="0"/>
                <a:cs typeface="Arial" panose="020B0604020202020204" pitchFamily="34" charset="0"/>
              </a:rPr>
              <a:t> </a:t>
            </a:r>
            <a:r>
              <a:rPr lang="en-US" sz="1600" dirty="0" err="1">
                <a:ea typeface="CMU Serif" panose="02000603000000000000" pitchFamily="2" charset="0"/>
                <a:cs typeface="Arial" panose="020B0604020202020204" pitchFamily="34" charset="0"/>
              </a:rPr>
              <a:t>en</a:t>
            </a:r>
            <a:r>
              <a:rPr lang="en-US" sz="1600" dirty="0">
                <a:ea typeface="CMU Serif" panose="02000603000000000000" pitchFamily="2" charset="0"/>
                <a:cs typeface="Arial" panose="020B0604020202020204" pitchFamily="34" charset="0"/>
              </a:rPr>
              <a:t> </a:t>
            </a:r>
            <a:r>
              <a:rPr lang="en-US" sz="1600" dirty="0" err="1">
                <a:ea typeface="CMU Serif" panose="02000603000000000000" pitchFamily="2" charset="0"/>
                <a:cs typeface="Arial" panose="020B0604020202020204" pitchFamily="34" charset="0"/>
              </a:rPr>
              <a:t>el</a:t>
            </a:r>
            <a:r>
              <a:rPr lang="en-US" sz="1600" dirty="0">
                <a:ea typeface="CMU Serif" panose="02000603000000000000" pitchFamily="2" charset="0"/>
                <a:cs typeface="Arial" panose="020B0604020202020204" pitchFamily="34" charset="0"/>
              </a:rPr>
              <a:t> Departamento de Ingeniería </a:t>
            </a:r>
            <a:r>
              <a:rPr lang="en-US" sz="1600" dirty="0" err="1">
                <a:ea typeface="CMU Serif" panose="02000603000000000000" pitchFamily="2" charset="0"/>
                <a:cs typeface="Arial" panose="020B0604020202020204" pitchFamily="34" charset="0"/>
              </a:rPr>
              <a:t>Eléctrica</a:t>
            </a:r>
            <a:r>
              <a:rPr lang="en-US" sz="1600" dirty="0">
                <a:ea typeface="CMU Serif" panose="02000603000000000000" pitchFamily="2" charset="0"/>
                <a:cs typeface="Arial" panose="020B0604020202020204" pitchFamily="34" charset="0"/>
              </a:rPr>
              <a:t> e Ingeniería </a:t>
            </a:r>
            <a:r>
              <a:rPr lang="en-US" sz="1600" dirty="0" err="1">
                <a:ea typeface="CMU Serif" panose="02000603000000000000" pitchFamily="2" charset="0"/>
                <a:cs typeface="Arial" panose="020B0604020202020204" pitchFamily="34" charset="0"/>
              </a:rPr>
              <a:t>en</a:t>
            </a:r>
            <a:r>
              <a:rPr lang="en-US" sz="1600" dirty="0">
                <a:ea typeface="CMU Serif" panose="02000603000000000000" pitchFamily="2" charset="0"/>
                <a:cs typeface="Arial" panose="020B0604020202020204" pitchFamily="34" charset="0"/>
              </a:rPr>
              <a:t> </a:t>
            </a:r>
            <a:r>
              <a:rPr lang="en-US" sz="1600" dirty="0" err="1">
                <a:ea typeface="CMU Serif" panose="02000603000000000000" pitchFamily="2" charset="0"/>
                <a:cs typeface="Arial" panose="020B0604020202020204" pitchFamily="34" charset="0"/>
              </a:rPr>
              <a:t>Automatización</a:t>
            </a:r>
            <a:r>
              <a:rPr lang="en-US" sz="1600" dirty="0">
                <a:ea typeface="CMU Serif" panose="02000603000000000000" pitchFamily="2" charset="0"/>
                <a:cs typeface="Arial" panose="020B0604020202020204" pitchFamily="34" charset="0"/>
              </a:rPr>
              <a:t> y </a:t>
            </a:r>
            <a:r>
              <a:rPr lang="en-US" sz="1600" dirty="0" err="1">
                <a:ea typeface="CMU Serif" panose="02000603000000000000" pitchFamily="2" charset="0"/>
                <a:cs typeface="Arial" panose="020B0604020202020204" pitchFamily="34" charset="0"/>
              </a:rPr>
              <a:t>Robótica</a:t>
            </a:r>
            <a:r>
              <a:rPr lang="en-US" sz="1600" dirty="0">
                <a:ea typeface="CMU Serif" panose="02000603000000000000" pitchFamily="2" charset="0"/>
                <a:cs typeface="Arial" panose="020B0604020202020204" pitchFamily="34" charset="0"/>
              </a:rPr>
              <a:t> – Centro de </a:t>
            </a:r>
            <a:r>
              <a:rPr lang="en-US" sz="1600" dirty="0" err="1">
                <a:ea typeface="CMU Serif" panose="02000603000000000000" pitchFamily="2" charset="0"/>
                <a:cs typeface="Arial" panose="020B0604020202020204" pitchFamily="34" charset="0"/>
              </a:rPr>
              <a:t>Transformación</a:t>
            </a:r>
            <a:r>
              <a:rPr lang="en-US" sz="1600" dirty="0">
                <a:ea typeface="CMU Serif" panose="02000603000000000000" pitchFamily="2" charset="0"/>
                <a:cs typeface="Arial" panose="020B0604020202020204" pitchFamily="34" charset="0"/>
              </a:rPr>
              <a:t> Energética</a:t>
            </a:r>
          </a:p>
          <a:p>
            <a:pPr algn="just"/>
            <a:endParaRPr lang="en-US" sz="1600" dirty="0">
              <a:ea typeface="CMU Serif" panose="02000603000000000000" pitchFamily="2" charset="0"/>
              <a:cs typeface="Arial" panose="020B0604020202020204" pitchFamily="34" charset="0"/>
            </a:endParaRPr>
          </a:p>
          <a:p>
            <a:pPr algn="just"/>
            <a:endParaRPr lang="en-US" sz="1600" dirty="0">
              <a:ea typeface="CMU Serif" panose="02000603000000000000" pitchFamily="2" charset="0"/>
              <a:cs typeface="Arial" panose="020B0604020202020204" pitchFamily="34" charset="0"/>
            </a:endParaRPr>
          </a:p>
          <a:p>
            <a:pPr algn="just"/>
            <a:endParaRPr lang="en-US" sz="1600" dirty="0">
              <a:ea typeface="CMU Serif" panose="02000603000000000000" pitchFamily="2" charset="0"/>
              <a:cs typeface="Arial" panose="020B0604020202020204" pitchFamily="34" charset="0"/>
            </a:endParaRPr>
          </a:p>
          <a:p>
            <a:pPr algn="just"/>
            <a:endParaRPr lang="en-US" sz="1600" dirty="0">
              <a:ea typeface="CMU Serif" panose="02000603000000000000" pitchFamily="2" charset="0"/>
              <a:cs typeface="Arial" panose="020B0604020202020204" pitchFamily="34" charset="0"/>
            </a:endParaRPr>
          </a:p>
        </p:txBody>
      </p:sp>
      <p:pic>
        <p:nvPicPr>
          <p:cNvPr id="2" name="Picture 9" descr="A blue and white qr code&#10;&#10;AI-generated content may be incorrect.">
            <a:extLst>
              <a:ext uri="{FF2B5EF4-FFF2-40B4-BE49-F238E27FC236}">
                <a16:creationId xmlns:a16="http://schemas.microsoft.com/office/drawing/2014/main" id="{FD038776-D674-B944-2565-6D1E901D4E5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71119" y="2073844"/>
            <a:ext cx="2116336" cy="2431535"/>
          </a:xfrm>
          <a:prstGeom prst="rect">
            <a:avLst/>
          </a:prstGeom>
        </p:spPr>
      </p:pic>
    </p:spTree>
    <p:extLst>
      <p:ext uri="{BB962C8B-B14F-4D97-AF65-F5344CB8AC3E}">
        <p14:creationId xmlns:p14="http://schemas.microsoft.com/office/powerpoint/2010/main" val="992093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5B050-796C-040D-861C-487FED49C907}"/>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F32E924C-1D40-BF82-7A5F-CE3938643BC0}"/>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F4EAEFAB-75C1-0B05-53F9-A339A525C778}"/>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Grecia – Siglos 7 – 4 AC</a:t>
            </a:r>
          </a:p>
        </p:txBody>
      </p:sp>
      <p:sp>
        <p:nvSpPr>
          <p:cNvPr id="10" name="Título 1">
            <a:extLst>
              <a:ext uri="{FF2B5EF4-FFF2-40B4-BE49-F238E27FC236}">
                <a16:creationId xmlns:a16="http://schemas.microsoft.com/office/drawing/2014/main" id="{13E5C6DE-FD0C-3FCE-6641-E2D53C23C91E}"/>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069CE7EE-7DA8-545A-D9B3-12B0F57F32C1}"/>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5" name="Picture 2" descr="Screen Shot 2014-09-02 at 10.16.59 AM.png">
            <a:extLst>
              <a:ext uri="{FF2B5EF4-FFF2-40B4-BE49-F238E27FC236}">
                <a16:creationId xmlns:a16="http://schemas.microsoft.com/office/drawing/2014/main" id="{D8C971F0-387C-2825-2053-E22EB8EE17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1523" y="2172607"/>
            <a:ext cx="9144000" cy="3168933"/>
          </a:xfrm>
          <a:prstGeom prst="rect">
            <a:avLst/>
          </a:prstGeom>
        </p:spPr>
      </p:pic>
    </p:spTree>
    <p:extLst>
      <p:ext uri="{BB962C8B-B14F-4D97-AF65-F5344CB8AC3E}">
        <p14:creationId xmlns:p14="http://schemas.microsoft.com/office/powerpoint/2010/main" val="1175315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5EEC2-56CA-795B-A225-509339BA85CD}"/>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5509AC52-4D25-3CCE-ABF7-61BC748F3945}"/>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22741DEB-D145-785D-3CEC-7E4FD2070DF8}"/>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Grecia – Tales de Mileto (624-546 AC)</a:t>
            </a:r>
          </a:p>
        </p:txBody>
      </p:sp>
      <p:sp>
        <p:nvSpPr>
          <p:cNvPr id="10" name="Título 1">
            <a:extLst>
              <a:ext uri="{FF2B5EF4-FFF2-40B4-BE49-F238E27FC236}">
                <a16:creationId xmlns:a16="http://schemas.microsoft.com/office/drawing/2014/main" id="{5DF0059B-6409-6D95-A72C-F9BB663DCAC6}"/>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C154637B-5307-9F3F-0B3B-5979C84A4878}"/>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3" name="Picture 19">
            <a:extLst>
              <a:ext uri="{FF2B5EF4-FFF2-40B4-BE49-F238E27FC236}">
                <a16:creationId xmlns:a16="http://schemas.microsoft.com/office/drawing/2014/main" id="{AA5B6AFD-30A8-FCDD-1A61-E02C6EC31258}"/>
              </a:ext>
            </a:extLst>
          </p:cNvPr>
          <p:cNvPicPr>
            <a:picLocks noChangeAspect="1" noChangeArrowheads="1"/>
          </p:cNvPicPr>
          <p:nvPr/>
        </p:nvPicPr>
        <p:blipFill>
          <a:blip r:embed="rId4"/>
          <a:srcRect/>
          <a:stretch>
            <a:fillRect/>
          </a:stretch>
        </p:blipFill>
        <p:spPr bwMode="auto">
          <a:xfrm>
            <a:off x="7230350" y="1899058"/>
            <a:ext cx="4019027" cy="4319066"/>
          </a:xfrm>
          <a:prstGeom prst="rect">
            <a:avLst/>
          </a:prstGeom>
          <a:noFill/>
        </p:spPr>
      </p:pic>
      <p:sp>
        <p:nvSpPr>
          <p:cNvPr id="9" name="TextBox 3">
            <a:extLst>
              <a:ext uri="{FF2B5EF4-FFF2-40B4-BE49-F238E27FC236}">
                <a16:creationId xmlns:a16="http://schemas.microsoft.com/office/drawing/2014/main" id="{EFC3CA6D-12BE-31EE-527C-9B2A746DA49E}"/>
              </a:ext>
            </a:extLst>
          </p:cNvPr>
          <p:cNvSpPr txBox="1"/>
          <p:nvPr/>
        </p:nvSpPr>
        <p:spPr>
          <a:xfrm>
            <a:off x="646290" y="5987291"/>
            <a:ext cx="3598762" cy="461665"/>
          </a:xfrm>
          <a:prstGeom prst="rect">
            <a:avLst/>
          </a:prstGeom>
          <a:noFill/>
        </p:spPr>
        <p:txBody>
          <a:bodyPr wrap="none" rtlCol="0">
            <a:spAutoFit/>
          </a:bodyPr>
          <a:lstStyle/>
          <a:p>
            <a:r>
              <a:rPr lang="en-US" sz="1200" dirty="0">
                <a:latin typeface="Trebuchet MS"/>
                <a:cs typeface="Trebuchet MS"/>
                <a:hlinkClick r:id="rId5"/>
              </a:rPr>
              <a:t>http://en.wikipedia.org/wiki/Intercept_theorem</a:t>
            </a:r>
            <a:r>
              <a:rPr lang="en-US" sz="1200" dirty="0">
                <a:latin typeface="Trebuchet MS"/>
                <a:cs typeface="Trebuchet MS"/>
              </a:rPr>
              <a:t> </a:t>
            </a:r>
          </a:p>
          <a:p>
            <a:r>
              <a:rPr lang="en-US" sz="1200" dirty="0">
                <a:latin typeface="Trebuchet MS"/>
                <a:cs typeface="Trebuchet MS"/>
                <a:hlinkClick r:id="rId6"/>
              </a:rPr>
              <a:t>http://www.mathopenref.com/thales.html</a:t>
            </a:r>
            <a:r>
              <a:rPr lang="en-US" sz="1200" dirty="0">
                <a:latin typeface="Trebuchet MS"/>
                <a:cs typeface="Trebuchet MS"/>
              </a:rPr>
              <a:t> </a:t>
            </a:r>
          </a:p>
        </p:txBody>
      </p:sp>
      <p:sp>
        <p:nvSpPr>
          <p:cNvPr id="14" name="CuadroTexto 13">
            <a:extLst>
              <a:ext uri="{FF2B5EF4-FFF2-40B4-BE49-F238E27FC236}">
                <a16:creationId xmlns:a16="http://schemas.microsoft.com/office/drawing/2014/main" id="{B8263994-899F-611B-2C1B-D4AE01F19F61}"/>
              </a:ext>
            </a:extLst>
          </p:cNvPr>
          <p:cNvSpPr txBox="1"/>
          <p:nvPr/>
        </p:nvSpPr>
        <p:spPr>
          <a:xfrm>
            <a:off x="3211323" y="3156909"/>
            <a:ext cx="4019027" cy="1200329"/>
          </a:xfrm>
          <a:prstGeom prst="rect">
            <a:avLst/>
          </a:prstGeom>
          <a:noFill/>
        </p:spPr>
        <p:txBody>
          <a:bodyPr wrap="square">
            <a:spAutoFit/>
          </a:bodyPr>
          <a:lstStyle/>
          <a:p>
            <a:r>
              <a:rPr lang="es-CL" dirty="0"/>
              <a:t>A Tales se le atribuye el teorema de la intersección, también conocido como el teorema de Tales o el teorema de los triángulos semejantes:</a:t>
            </a:r>
          </a:p>
        </p:txBody>
      </p:sp>
      <p:pic>
        <p:nvPicPr>
          <p:cNvPr id="15" name="Imagen 14">
            <a:extLst>
              <a:ext uri="{FF2B5EF4-FFF2-40B4-BE49-F238E27FC236}">
                <a16:creationId xmlns:a16="http://schemas.microsoft.com/office/drawing/2014/main" id="{90BD88A3-919A-5941-C0DB-6BB6C5281B0B}"/>
              </a:ext>
            </a:extLst>
          </p:cNvPr>
          <p:cNvPicPr>
            <a:picLocks noChangeAspect="1"/>
          </p:cNvPicPr>
          <p:nvPr/>
        </p:nvPicPr>
        <p:blipFill>
          <a:blip r:embed="rId7"/>
          <a:stretch>
            <a:fillRect/>
          </a:stretch>
        </p:blipFill>
        <p:spPr>
          <a:xfrm>
            <a:off x="773641" y="2052646"/>
            <a:ext cx="2381250" cy="3619500"/>
          </a:xfrm>
          <a:prstGeom prst="rect">
            <a:avLst/>
          </a:prstGeom>
        </p:spPr>
      </p:pic>
    </p:spTree>
    <p:extLst>
      <p:ext uri="{BB962C8B-B14F-4D97-AF65-F5344CB8AC3E}">
        <p14:creationId xmlns:p14="http://schemas.microsoft.com/office/powerpoint/2010/main" val="1017648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177D2-8E49-1FEA-AD19-5853A25CE6E0}"/>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762A7E59-FBBD-89EA-1ABF-B41277231FDB}"/>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29FCE4DD-BC24-DDB1-9FD1-7522AA86C3A5}"/>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Grecia – Tales de Mileto (624-546 AC)</a:t>
            </a:r>
          </a:p>
        </p:txBody>
      </p:sp>
      <p:sp>
        <p:nvSpPr>
          <p:cNvPr id="10" name="Título 1">
            <a:extLst>
              <a:ext uri="{FF2B5EF4-FFF2-40B4-BE49-F238E27FC236}">
                <a16:creationId xmlns:a16="http://schemas.microsoft.com/office/drawing/2014/main" id="{D4F67A5B-EBAD-98CA-60D3-287263689057}"/>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5BAD31BF-942B-A84F-A335-9E33ABD11093}"/>
              </a:ext>
            </a:extLst>
          </p:cNvPr>
          <p:cNvPicPr>
            <a:picLocks noChangeAspect="1"/>
          </p:cNvPicPr>
          <p:nvPr/>
        </p:nvPicPr>
        <p:blipFill>
          <a:blip r:embed="rId3"/>
          <a:stretch>
            <a:fillRect/>
          </a:stretch>
        </p:blipFill>
        <p:spPr>
          <a:xfrm>
            <a:off x="10375523" y="394074"/>
            <a:ext cx="1151092" cy="973350"/>
          </a:xfrm>
          <a:prstGeom prst="rect">
            <a:avLst/>
          </a:prstGeom>
        </p:spPr>
      </p:pic>
      <p:sp>
        <p:nvSpPr>
          <p:cNvPr id="9" name="TextBox 3">
            <a:extLst>
              <a:ext uri="{FF2B5EF4-FFF2-40B4-BE49-F238E27FC236}">
                <a16:creationId xmlns:a16="http://schemas.microsoft.com/office/drawing/2014/main" id="{7A8C1EE2-1AB1-7D06-44F7-1C848F103125}"/>
              </a:ext>
            </a:extLst>
          </p:cNvPr>
          <p:cNvSpPr txBox="1"/>
          <p:nvPr/>
        </p:nvSpPr>
        <p:spPr>
          <a:xfrm>
            <a:off x="646290" y="5987291"/>
            <a:ext cx="3598762" cy="461665"/>
          </a:xfrm>
          <a:prstGeom prst="rect">
            <a:avLst/>
          </a:prstGeom>
          <a:noFill/>
        </p:spPr>
        <p:txBody>
          <a:bodyPr wrap="none" rtlCol="0">
            <a:spAutoFit/>
          </a:bodyPr>
          <a:lstStyle/>
          <a:p>
            <a:r>
              <a:rPr lang="en-US" sz="1200" dirty="0">
                <a:latin typeface="Trebuchet MS"/>
                <a:cs typeface="Trebuchet MS"/>
                <a:hlinkClick r:id="rId4"/>
              </a:rPr>
              <a:t>http://en.wikipedia.org/wiki/Intercept_theorem</a:t>
            </a:r>
            <a:r>
              <a:rPr lang="en-US" sz="1200" dirty="0">
                <a:latin typeface="Trebuchet MS"/>
                <a:cs typeface="Trebuchet MS"/>
              </a:rPr>
              <a:t> </a:t>
            </a:r>
          </a:p>
          <a:p>
            <a:r>
              <a:rPr lang="en-US" sz="1200" dirty="0">
                <a:latin typeface="Trebuchet MS"/>
                <a:cs typeface="Trebuchet MS"/>
                <a:hlinkClick r:id="rId5"/>
              </a:rPr>
              <a:t>http://www.mathopenref.com/thales.html</a:t>
            </a:r>
            <a:r>
              <a:rPr lang="en-US" sz="1200" dirty="0">
                <a:latin typeface="Trebuchet MS"/>
                <a:cs typeface="Trebuchet MS"/>
              </a:rPr>
              <a:t> </a:t>
            </a:r>
          </a:p>
        </p:txBody>
      </p:sp>
      <p:sp>
        <p:nvSpPr>
          <p:cNvPr id="14" name="CuadroTexto 13">
            <a:extLst>
              <a:ext uri="{FF2B5EF4-FFF2-40B4-BE49-F238E27FC236}">
                <a16:creationId xmlns:a16="http://schemas.microsoft.com/office/drawing/2014/main" id="{78DA6B3B-8C77-D049-63A8-52E91258BDA5}"/>
              </a:ext>
            </a:extLst>
          </p:cNvPr>
          <p:cNvSpPr txBox="1"/>
          <p:nvPr/>
        </p:nvSpPr>
        <p:spPr>
          <a:xfrm>
            <a:off x="772923" y="3287631"/>
            <a:ext cx="4019027" cy="646331"/>
          </a:xfrm>
          <a:prstGeom prst="rect">
            <a:avLst/>
          </a:prstGeom>
          <a:noFill/>
        </p:spPr>
        <p:txBody>
          <a:bodyPr wrap="square">
            <a:spAutoFit/>
          </a:bodyPr>
          <a:lstStyle/>
          <a:p>
            <a:r>
              <a:rPr lang="es-CL" dirty="0"/>
              <a:t>Teorema de Tales de los triángulos semejantes</a:t>
            </a:r>
          </a:p>
        </p:txBody>
      </p:sp>
      <p:pic>
        <p:nvPicPr>
          <p:cNvPr id="2" name="Imagen 1">
            <a:extLst>
              <a:ext uri="{FF2B5EF4-FFF2-40B4-BE49-F238E27FC236}">
                <a16:creationId xmlns:a16="http://schemas.microsoft.com/office/drawing/2014/main" id="{17E57AE1-A3AE-780A-A54C-76BED11A1E1E}"/>
              </a:ext>
            </a:extLst>
          </p:cNvPr>
          <p:cNvPicPr>
            <a:picLocks noChangeAspect="1"/>
          </p:cNvPicPr>
          <p:nvPr/>
        </p:nvPicPr>
        <p:blipFill>
          <a:blip r:embed="rId6"/>
          <a:stretch>
            <a:fillRect/>
          </a:stretch>
        </p:blipFill>
        <p:spPr>
          <a:xfrm>
            <a:off x="5990129" y="1589939"/>
            <a:ext cx="4385394" cy="4859017"/>
          </a:xfrm>
          <a:prstGeom prst="rect">
            <a:avLst/>
          </a:prstGeom>
        </p:spPr>
      </p:pic>
    </p:spTree>
    <p:extLst>
      <p:ext uri="{BB962C8B-B14F-4D97-AF65-F5344CB8AC3E}">
        <p14:creationId xmlns:p14="http://schemas.microsoft.com/office/powerpoint/2010/main" val="1003417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1E61F-0AF2-D7BB-4D6D-E1165FC99A44}"/>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9FE7B1D1-7865-BA4C-7962-C80D1715EE6F}"/>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0B037083-E9B9-EA42-F712-551157F6D5C7}"/>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Grecia – Euclides (325-265 AC)</a:t>
            </a:r>
          </a:p>
        </p:txBody>
      </p:sp>
      <p:sp>
        <p:nvSpPr>
          <p:cNvPr id="10" name="Título 1">
            <a:extLst>
              <a:ext uri="{FF2B5EF4-FFF2-40B4-BE49-F238E27FC236}">
                <a16:creationId xmlns:a16="http://schemas.microsoft.com/office/drawing/2014/main" id="{E050C9C7-EC2F-25EC-62A4-48A365EFAB8B}"/>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F64FC42F-F178-67CF-843C-28ED7E3F340E}"/>
              </a:ext>
            </a:extLst>
          </p:cNvPr>
          <p:cNvPicPr>
            <a:picLocks noChangeAspect="1"/>
          </p:cNvPicPr>
          <p:nvPr/>
        </p:nvPicPr>
        <p:blipFill>
          <a:blip r:embed="rId3"/>
          <a:stretch>
            <a:fillRect/>
          </a:stretch>
        </p:blipFill>
        <p:spPr>
          <a:xfrm>
            <a:off x="10375523" y="394074"/>
            <a:ext cx="1151092" cy="973350"/>
          </a:xfrm>
          <a:prstGeom prst="rect">
            <a:avLst/>
          </a:prstGeom>
        </p:spPr>
      </p:pic>
      <p:sp>
        <p:nvSpPr>
          <p:cNvPr id="9" name="TextBox 3">
            <a:extLst>
              <a:ext uri="{FF2B5EF4-FFF2-40B4-BE49-F238E27FC236}">
                <a16:creationId xmlns:a16="http://schemas.microsoft.com/office/drawing/2014/main" id="{BF3CF54D-9206-7254-4A04-008B41A31219}"/>
              </a:ext>
            </a:extLst>
          </p:cNvPr>
          <p:cNvSpPr txBox="1"/>
          <p:nvPr/>
        </p:nvSpPr>
        <p:spPr>
          <a:xfrm>
            <a:off x="646290" y="5987291"/>
            <a:ext cx="2884123" cy="461665"/>
          </a:xfrm>
          <a:prstGeom prst="rect">
            <a:avLst/>
          </a:prstGeom>
          <a:noFill/>
        </p:spPr>
        <p:txBody>
          <a:bodyPr wrap="none" rtlCol="0">
            <a:spAutoFit/>
          </a:bodyPr>
          <a:lstStyle/>
          <a:p>
            <a:r>
              <a:rPr lang="en-US" sz="1200" dirty="0">
                <a:latin typeface="Trebuchet MS"/>
                <a:cs typeface="Trebuchet MS"/>
                <a:hlinkClick r:id="rId4"/>
              </a:rPr>
              <a:t>https://es.wikipedia.org/wiki/Euclides</a:t>
            </a:r>
            <a:endParaRPr lang="en-US" sz="1200" dirty="0">
              <a:latin typeface="Trebuchet MS"/>
              <a:cs typeface="Trebuchet MS"/>
            </a:endParaRPr>
          </a:p>
          <a:p>
            <a:endParaRPr lang="en-US" sz="1200" dirty="0">
              <a:latin typeface="Trebuchet MS"/>
              <a:cs typeface="Trebuchet MS"/>
            </a:endParaRPr>
          </a:p>
        </p:txBody>
      </p:sp>
      <p:pic>
        <p:nvPicPr>
          <p:cNvPr id="3" name="Imagen 2">
            <a:extLst>
              <a:ext uri="{FF2B5EF4-FFF2-40B4-BE49-F238E27FC236}">
                <a16:creationId xmlns:a16="http://schemas.microsoft.com/office/drawing/2014/main" id="{4C3B91B3-8C81-AF77-3C78-0381515F436F}"/>
              </a:ext>
            </a:extLst>
          </p:cNvPr>
          <p:cNvPicPr>
            <a:picLocks noChangeAspect="1"/>
          </p:cNvPicPr>
          <p:nvPr/>
        </p:nvPicPr>
        <p:blipFill>
          <a:blip r:embed="rId5"/>
          <a:stretch>
            <a:fillRect/>
          </a:stretch>
        </p:blipFill>
        <p:spPr>
          <a:xfrm>
            <a:off x="5049306" y="2110734"/>
            <a:ext cx="6232651" cy="3796251"/>
          </a:xfrm>
          <a:prstGeom prst="rect">
            <a:avLst/>
          </a:prstGeom>
        </p:spPr>
      </p:pic>
      <p:sp>
        <p:nvSpPr>
          <p:cNvPr id="6" name="CuadroTexto 5">
            <a:extLst>
              <a:ext uri="{FF2B5EF4-FFF2-40B4-BE49-F238E27FC236}">
                <a16:creationId xmlns:a16="http://schemas.microsoft.com/office/drawing/2014/main" id="{75BA58CC-4495-74C0-6732-45590B4CCD8A}"/>
              </a:ext>
            </a:extLst>
          </p:cNvPr>
          <p:cNvSpPr txBox="1"/>
          <p:nvPr/>
        </p:nvSpPr>
        <p:spPr>
          <a:xfrm>
            <a:off x="646290" y="2978007"/>
            <a:ext cx="4019027" cy="646331"/>
          </a:xfrm>
          <a:prstGeom prst="rect">
            <a:avLst/>
          </a:prstGeom>
          <a:noFill/>
        </p:spPr>
        <p:txBody>
          <a:bodyPr wrap="square">
            <a:spAutoFit/>
          </a:bodyPr>
          <a:lstStyle/>
          <a:p>
            <a:r>
              <a:rPr lang="es-CL" dirty="0"/>
              <a:t>Fragmento de los Elementos de Euclides, escrito en papiro, hallado en Egipto</a:t>
            </a:r>
          </a:p>
        </p:txBody>
      </p:sp>
    </p:spTree>
    <p:extLst>
      <p:ext uri="{BB962C8B-B14F-4D97-AF65-F5344CB8AC3E}">
        <p14:creationId xmlns:p14="http://schemas.microsoft.com/office/powerpoint/2010/main" val="77398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56BA3-7C24-3163-8960-CBE17DF1D8C5}"/>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346C540F-A894-9A3A-4B6D-450E31936D1F}"/>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A7FDC73C-829A-3470-F5E3-6643386FE55C}"/>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Grecia – Euclides (325-265 AC)</a:t>
            </a:r>
          </a:p>
        </p:txBody>
      </p:sp>
      <p:sp>
        <p:nvSpPr>
          <p:cNvPr id="10" name="Título 1">
            <a:extLst>
              <a:ext uri="{FF2B5EF4-FFF2-40B4-BE49-F238E27FC236}">
                <a16:creationId xmlns:a16="http://schemas.microsoft.com/office/drawing/2014/main" id="{E06F98C1-4FA6-9AAC-51A1-7341A4F03AAB}"/>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30DBA2A5-1046-54B3-F5EA-F91837D3EE0D}"/>
              </a:ext>
            </a:extLst>
          </p:cNvPr>
          <p:cNvPicPr>
            <a:picLocks noChangeAspect="1"/>
          </p:cNvPicPr>
          <p:nvPr/>
        </p:nvPicPr>
        <p:blipFill>
          <a:blip r:embed="rId3"/>
          <a:stretch>
            <a:fillRect/>
          </a:stretch>
        </p:blipFill>
        <p:spPr>
          <a:xfrm>
            <a:off x="10375523" y="394074"/>
            <a:ext cx="1151092" cy="973350"/>
          </a:xfrm>
          <a:prstGeom prst="rect">
            <a:avLst/>
          </a:prstGeom>
        </p:spPr>
      </p:pic>
      <p:sp>
        <p:nvSpPr>
          <p:cNvPr id="9" name="TextBox 3">
            <a:extLst>
              <a:ext uri="{FF2B5EF4-FFF2-40B4-BE49-F238E27FC236}">
                <a16:creationId xmlns:a16="http://schemas.microsoft.com/office/drawing/2014/main" id="{A0CDC541-3648-D9E9-212A-C27FFE5412F9}"/>
              </a:ext>
            </a:extLst>
          </p:cNvPr>
          <p:cNvSpPr txBox="1"/>
          <p:nvPr/>
        </p:nvSpPr>
        <p:spPr>
          <a:xfrm>
            <a:off x="646290" y="5987291"/>
            <a:ext cx="2884123" cy="461665"/>
          </a:xfrm>
          <a:prstGeom prst="rect">
            <a:avLst/>
          </a:prstGeom>
          <a:noFill/>
        </p:spPr>
        <p:txBody>
          <a:bodyPr wrap="none" rtlCol="0">
            <a:spAutoFit/>
          </a:bodyPr>
          <a:lstStyle/>
          <a:p>
            <a:r>
              <a:rPr lang="en-US" sz="1200" dirty="0">
                <a:latin typeface="Trebuchet MS"/>
                <a:cs typeface="Trebuchet MS"/>
                <a:hlinkClick r:id="rId4"/>
              </a:rPr>
              <a:t>https://es.wikipedia.org/wiki/Euclides</a:t>
            </a:r>
            <a:endParaRPr lang="en-US" sz="1200" dirty="0">
              <a:latin typeface="Trebuchet MS"/>
              <a:cs typeface="Trebuchet MS"/>
            </a:endParaRPr>
          </a:p>
          <a:p>
            <a:endParaRPr lang="en-US" sz="1200" dirty="0">
              <a:latin typeface="Trebuchet MS"/>
              <a:cs typeface="Trebuchet MS"/>
            </a:endParaRPr>
          </a:p>
        </p:txBody>
      </p:sp>
      <p:sp>
        <p:nvSpPr>
          <p:cNvPr id="6" name="CuadroTexto 5">
            <a:extLst>
              <a:ext uri="{FF2B5EF4-FFF2-40B4-BE49-F238E27FC236}">
                <a16:creationId xmlns:a16="http://schemas.microsoft.com/office/drawing/2014/main" id="{C488B3FF-A88B-2C41-F1FC-1D587D44F6E0}"/>
              </a:ext>
            </a:extLst>
          </p:cNvPr>
          <p:cNvSpPr txBox="1"/>
          <p:nvPr/>
        </p:nvSpPr>
        <p:spPr>
          <a:xfrm>
            <a:off x="585476" y="1408334"/>
            <a:ext cx="10941139" cy="4524315"/>
          </a:xfrm>
          <a:prstGeom prst="rect">
            <a:avLst/>
          </a:prstGeom>
          <a:noFill/>
        </p:spPr>
        <p:txBody>
          <a:bodyPr wrap="square">
            <a:spAutoFit/>
          </a:bodyPr>
          <a:lstStyle/>
          <a:p>
            <a:r>
              <a:rPr lang="es-ES" b="1" dirty="0"/>
              <a:t>Postulados:</a:t>
            </a:r>
          </a:p>
          <a:p>
            <a:endParaRPr lang="es-ES" dirty="0"/>
          </a:p>
          <a:p>
            <a:pPr marL="285750" indent="-285750">
              <a:buFont typeface="Arial" panose="020B0604020202020204" pitchFamily="34" charset="0"/>
              <a:buChar char="•"/>
            </a:pPr>
            <a:r>
              <a:rPr lang="es-ES" dirty="0"/>
              <a:t>Se puede trazar una recta entre dos puntos cualesquiera.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Cualquier recta finita se puede prolongar indefinidamente en línea recta.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Para cualquier segmento de recta, es posible trazar un círculo utilizando el segmento como radio y uno de sus extremos como centro.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Todos los ángulos rectos son congruentes (iguales).</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Si una recta que cruza a otras dos rectas da como resultado que la suma de los ángulos del mismo lado sea menor que dos ángulos rectos, entonces las dos rectas, si se prolongan indefinidamente, se cruzan en el mismo lado en el que la suma de los ángulos es menor que dos ángulos rectos.</a:t>
            </a:r>
          </a:p>
          <a:p>
            <a:endParaRPr lang="es-ES" dirty="0"/>
          </a:p>
          <a:p>
            <a:endParaRPr lang="es-ES" dirty="0"/>
          </a:p>
        </p:txBody>
      </p:sp>
    </p:spTree>
    <p:extLst>
      <p:ext uri="{BB962C8B-B14F-4D97-AF65-F5344CB8AC3E}">
        <p14:creationId xmlns:p14="http://schemas.microsoft.com/office/powerpoint/2010/main" val="1964735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8F02C-021C-DE95-DA24-51E111FAD935}"/>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873BC099-17D5-F6DC-7799-C86F01519F79}"/>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890667FD-88AD-E01E-0BAD-1C43CE16F0A4}"/>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Asia, Siglos 7 – 4 DC</a:t>
            </a:r>
          </a:p>
        </p:txBody>
      </p:sp>
      <p:sp>
        <p:nvSpPr>
          <p:cNvPr id="10" name="Título 1">
            <a:extLst>
              <a:ext uri="{FF2B5EF4-FFF2-40B4-BE49-F238E27FC236}">
                <a16:creationId xmlns:a16="http://schemas.microsoft.com/office/drawing/2014/main" id="{600EFCEA-FE53-DACF-8D52-B340A4552987}"/>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1345D853-C18B-2D37-AD2B-DD47FB4ACD6B}"/>
              </a:ext>
            </a:extLst>
          </p:cNvPr>
          <p:cNvPicPr>
            <a:picLocks noChangeAspect="1"/>
          </p:cNvPicPr>
          <p:nvPr/>
        </p:nvPicPr>
        <p:blipFill>
          <a:blip r:embed="rId3"/>
          <a:stretch>
            <a:fillRect/>
          </a:stretch>
        </p:blipFill>
        <p:spPr>
          <a:xfrm>
            <a:off x="10375523" y="394074"/>
            <a:ext cx="1151092" cy="973350"/>
          </a:xfrm>
          <a:prstGeom prst="rect">
            <a:avLst/>
          </a:prstGeom>
        </p:spPr>
      </p:pic>
      <p:sp>
        <p:nvSpPr>
          <p:cNvPr id="9" name="TextBox 3">
            <a:extLst>
              <a:ext uri="{FF2B5EF4-FFF2-40B4-BE49-F238E27FC236}">
                <a16:creationId xmlns:a16="http://schemas.microsoft.com/office/drawing/2014/main" id="{636E0D5D-5DE6-D9C6-EB0B-DE897C40D2AF}"/>
              </a:ext>
            </a:extLst>
          </p:cNvPr>
          <p:cNvSpPr txBox="1"/>
          <p:nvPr/>
        </p:nvSpPr>
        <p:spPr>
          <a:xfrm>
            <a:off x="646290" y="5987291"/>
            <a:ext cx="2884123" cy="461665"/>
          </a:xfrm>
          <a:prstGeom prst="rect">
            <a:avLst/>
          </a:prstGeom>
          <a:noFill/>
        </p:spPr>
        <p:txBody>
          <a:bodyPr wrap="none" rtlCol="0">
            <a:spAutoFit/>
          </a:bodyPr>
          <a:lstStyle/>
          <a:p>
            <a:r>
              <a:rPr lang="en-US" sz="1200" dirty="0">
                <a:latin typeface="Trebuchet MS"/>
                <a:cs typeface="Trebuchet MS"/>
                <a:hlinkClick r:id="rId4"/>
              </a:rPr>
              <a:t>https://es.wikipedia.org/wiki/Euclides</a:t>
            </a:r>
            <a:endParaRPr lang="en-US" sz="1200" dirty="0">
              <a:latin typeface="Trebuchet MS"/>
              <a:cs typeface="Trebuchet MS"/>
            </a:endParaRPr>
          </a:p>
          <a:p>
            <a:endParaRPr lang="en-US" sz="1200" dirty="0">
              <a:latin typeface="Trebuchet MS"/>
              <a:cs typeface="Trebuchet MS"/>
            </a:endParaRPr>
          </a:p>
        </p:txBody>
      </p:sp>
      <p:pic>
        <p:nvPicPr>
          <p:cNvPr id="3" name="Picture 2">
            <a:extLst>
              <a:ext uri="{FF2B5EF4-FFF2-40B4-BE49-F238E27FC236}">
                <a16:creationId xmlns:a16="http://schemas.microsoft.com/office/drawing/2014/main" id="{148A3C72-4610-5304-2935-983E600B49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8398" y="2172607"/>
            <a:ext cx="8719882" cy="3168933"/>
          </a:xfrm>
          <a:prstGeom prst="rect">
            <a:avLst/>
          </a:prstGeom>
        </p:spPr>
      </p:pic>
    </p:spTree>
    <p:extLst>
      <p:ext uri="{BB962C8B-B14F-4D97-AF65-F5344CB8AC3E}">
        <p14:creationId xmlns:p14="http://schemas.microsoft.com/office/powerpoint/2010/main" val="372729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00C30-CB58-43E6-CAAF-D3CBADDAC90F}"/>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2C54EA41-02D4-89E5-A143-79662882449C}"/>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E084B12F-9A05-EA8B-D168-4EB18995EED7}"/>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Corea, Frescos del reino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Goguryeo</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(siglo 4)</a:t>
            </a:r>
          </a:p>
        </p:txBody>
      </p:sp>
      <p:sp>
        <p:nvSpPr>
          <p:cNvPr id="10" name="Título 1">
            <a:extLst>
              <a:ext uri="{FF2B5EF4-FFF2-40B4-BE49-F238E27FC236}">
                <a16:creationId xmlns:a16="http://schemas.microsoft.com/office/drawing/2014/main" id="{EDA9EAD4-31BF-E9B3-84F0-32CCF384C697}"/>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8FE6E172-E0F9-5A8D-5E8E-5F830FCB54F9}"/>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5" name="Picture 2">
            <a:extLst>
              <a:ext uri="{FF2B5EF4-FFF2-40B4-BE49-F238E27FC236}">
                <a16:creationId xmlns:a16="http://schemas.microsoft.com/office/drawing/2014/main" id="{51469A3B-F341-B896-586A-2B8C5969CF1B}"/>
              </a:ext>
            </a:extLst>
          </p:cNvPr>
          <p:cNvPicPr>
            <a:picLocks/>
          </p:cNvPicPr>
          <p:nvPr/>
        </p:nvPicPr>
        <p:blipFill>
          <a:blip r:embed="rId4"/>
          <a:stretch>
            <a:fillRect/>
          </a:stretch>
        </p:blipFill>
        <p:spPr>
          <a:xfrm>
            <a:off x="2269060" y="2087784"/>
            <a:ext cx="3600000" cy="3600000"/>
          </a:xfrm>
          <a:prstGeom prst="rect">
            <a:avLst/>
          </a:prstGeom>
        </p:spPr>
      </p:pic>
      <p:pic>
        <p:nvPicPr>
          <p:cNvPr id="7" name="Picture 4">
            <a:extLst>
              <a:ext uri="{FF2B5EF4-FFF2-40B4-BE49-F238E27FC236}">
                <a16:creationId xmlns:a16="http://schemas.microsoft.com/office/drawing/2014/main" id="{325A4ABC-C9F4-6C74-B3CE-00EBD394C8F7}"/>
              </a:ext>
            </a:extLst>
          </p:cNvPr>
          <p:cNvPicPr>
            <a:picLocks/>
          </p:cNvPicPr>
          <p:nvPr/>
        </p:nvPicPr>
        <p:blipFill>
          <a:blip r:embed="rId5"/>
          <a:stretch>
            <a:fillRect/>
          </a:stretch>
        </p:blipFill>
        <p:spPr>
          <a:xfrm>
            <a:off x="6096000" y="2087792"/>
            <a:ext cx="3600000" cy="3600000"/>
          </a:xfrm>
          <a:prstGeom prst="rect">
            <a:avLst/>
          </a:prstGeom>
        </p:spPr>
      </p:pic>
      <p:sp>
        <p:nvSpPr>
          <p:cNvPr id="13" name="TextBox 3">
            <a:extLst>
              <a:ext uri="{FF2B5EF4-FFF2-40B4-BE49-F238E27FC236}">
                <a16:creationId xmlns:a16="http://schemas.microsoft.com/office/drawing/2014/main" id="{22E9B4FE-0353-3FC7-F0C4-B3D7B0EEAA5A}"/>
              </a:ext>
            </a:extLst>
          </p:cNvPr>
          <p:cNvSpPr txBox="1"/>
          <p:nvPr/>
        </p:nvSpPr>
        <p:spPr>
          <a:xfrm>
            <a:off x="345244" y="6008662"/>
            <a:ext cx="4994576" cy="276999"/>
          </a:xfrm>
          <a:prstGeom prst="rect">
            <a:avLst/>
          </a:prstGeom>
          <a:noFill/>
        </p:spPr>
        <p:txBody>
          <a:bodyPr wrap="none" rtlCol="0">
            <a:spAutoFit/>
          </a:bodyPr>
          <a:lstStyle/>
          <a:p>
            <a:r>
              <a:rPr lang="en-US" sz="1200" dirty="0">
                <a:latin typeface="Trebuchet MS"/>
                <a:cs typeface="Trebuchet MS"/>
                <a:hlinkClick r:id="rId6"/>
              </a:rPr>
              <a:t>http://commons.wikimedia.org/wiki/Category:4th-century_paintings</a:t>
            </a:r>
            <a:r>
              <a:rPr lang="en-US" sz="1200" dirty="0">
                <a:latin typeface="Trebuchet MS"/>
                <a:cs typeface="Trebuchet MS"/>
              </a:rPr>
              <a:t> </a:t>
            </a:r>
          </a:p>
        </p:txBody>
      </p:sp>
    </p:spTree>
    <p:extLst>
      <p:ext uri="{BB962C8B-B14F-4D97-AF65-F5344CB8AC3E}">
        <p14:creationId xmlns:p14="http://schemas.microsoft.com/office/powerpoint/2010/main" val="3970277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A6206-3E4A-16DE-3A5B-D0360BC5B479}"/>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78D1AA7B-DE70-D23C-E3F1-DFEC8F3C9BA2}"/>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00F3C28D-0BC4-B8EB-F1AB-992653FDF657}"/>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China, Dibujos de Yan Liben (670-673)</a:t>
            </a:r>
          </a:p>
        </p:txBody>
      </p:sp>
      <p:sp>
        <p:nvSpPr>
          <p:cNvPr id="10" name="Título 1">
            <a:extLst>
              <a:ext uri="{FF2B5EF4-FFF2-40B4-BE49-F238E27FC236}">
                <a16:creationId xmlns:a16="http://schemas.microsoft.com/office/drawing/2014/main" id="{F18A7301-4950-E7A9-F125-DD1A5A0E6210}"/>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57CCFA47-8BA0-B62C-7303-1DD5CB361649}"/>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3" name="Picture 1">
            <a:extLst>
              <a:ext uri="{FF2B5EF4-FFF2-40B4-BE49-F238E27FC236}">
                <a16:creationId xmlns:a16="http://schemas.microsoft.com/office/drawing/2014/main" id="{464B1CA3-4F8B-CB65-915C-94B7F11B082D}"/>
              </a:ext>
            </a:extLst>
          </p:cNvPr>
          <p:cNvPicPr>
            <a:picLocks noChangeAspect="1"/>
          </p:cNvPicPr>
          <p:nvPr/>
        </p:nvPicPr>
        <p:blipFill>
          <a:blip r:embed="rId4"/>
          <a:stretch>
            <a:fillRect/>
          </a:stretch>
        </p:blipFill>
        <p:spPr>
          <a:xfrm>
            <a:off x="806355" y="2106519"/>
            <a:ext cx="10283968" cy="2964676"/>
          </a:xfrm>
          <a:prstGeom prst="rect">
            <a:avLst/>
          </a:prstGeom>
        </p:spPr>
      </p:pic>
      <p:sp>
        <p:nvSpPr>
          <p:cNvPr id="8" name="TextBox 3">
            <a:extLst>
              <a:ext uri="{FF2B5EF4-FFF2-40B4-BE49-F238E27FC236}">
                <a16:creationId xmlns:a16="http://schemas.microsoft.com/office/drawing/2014/main" id="{99316742-3847-AB42-FDB5-39F738CE1335}"/>
              </a:ext>
            </a:extLst>
          </p:cNvPr>
          <p:cNvSpPr txBox="1"/>
          <p:nvPr/>
        </p:nvSpPr>
        <p:spPr>
          <a:xfrm>
            <a:off x="345244" y="6046322"/>
            <a:ext cx="4172612" cy="276999"/>
          </a:xfrm>
          <a:prstGeom prst="rect">
            <a:avLst/>
          </a:prstGeom>
          <a:noFill/>
        </p:spPr>
        <p:txBody>
          <a:bodyPr wrap="none" rtlCol="0">
            <a:spAutoFit/>
          </a:bodyPr>
          <a:lstStyle/>
          <a:p>
            <a:r>
              <a:rPr lang="en-US" sz="1200" dirty="0">
                <a:latin typeface="Trebuchet MS"/>
                <a:cs typeface="Trebuchet MS"/>
                <a:hlinkClick r:id="rId5"/>
              </a:rPr>
              <a:t>http://tech2.npm.gov.tw/english/dm/painting/b_01.htm</a:t>
            </a:r>
            <a:r>
              <a:rPr lang="en-US" sz="1200" dirty="0">
                <a:latin typeface="Trebuchet MS"/>
                <a:cs typeface="Trebuchet MS"/>
              </a:rPr>
              <a:t> </a:t>
            </a:r>
          </a:p>
        </p:txBody>
      </p:sp>
    </p:spTree>
    <p:extLst>
      <p:ext uri="{BB962C8B-B14F-4D97-AF65-F5344CB8AC3E}">
        <p14:creationId xmlns:p14="http://schemas.microsoft.com/office/powerpoint/2010/main" val="660795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31318-92F2-6D01-8B8F-1A50941EEB19}"/>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81970855-F69F-F91D-0579-BA6972FEB0A6}"/>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9C5DC5B4-6D87-6BF4-0F85-37FEEC62800A}"/>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Italia, siglos 13-16 DC</a:t>
            </a:r>
          </a:p>
        </p:txBody>
      </p:sp>
      <p:sp>
        <p:nvSpPr>
          <p:cNvPr id="10" name="Título 1">
            <a:extLst>
              <a:ext uri="{FF2B5EF4-FFF2-40B4-BE49-F238E27FC236}">
                <a16:creationId xmlns:a16="http://schemas.microsoft.com/office/drawing/2014/main" id="{ABCB1AD9-3077-595A-25E5-6F28A6A5A762}"/>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5B4F8419-C7C9-91C5-E3C8-83812519978E}"/>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5" name="Picture 2">
            <a:extLst>
              <a:ext uri="{FF2B5EF4-FFF2-40B4-BE49-F238E27FC236}">
                <a16:creationId xmlns:a16="http://schemas.microsoft.com/office/drawing/2014/main" id="{5D29C19C-D899-41D7-6DCA-27D46BC3B8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7066" y="2214927"/>
            <a:ext cx="8719882" cy="3084294"/>
          </a:xfrm>
          <a:prstGeom prst="rect">
            <a:avLst/>
          </a:prstGeom>
        </p:spPr>
      </p:pic>
    </p:spTree>
    <p:extLst>
      <p:ext uri="{BB962C8B-B14F-4D97-AF65-F5344CB8AC3E}">
        <p14:creationId xmlns:p14="http://schemas.microsoft.com/office/powerpoint/2010/main" val="291882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75B95-13A3-638C-F34F-B1644129C9D9}"/>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8E1776C8-D0F5-6BB8-4F4F-0178EF13D951}"/>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D02AAD22-964E-8792-0CFA-444CC9C6CECA}"/>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Flippo Brunelleschi: Espejo perspectiva</a:t>
            </a:r>
          </a:p>
        </p:txBody>
      </p:sp>
      <p:sp>
        <p:nvSpPr>
          <p:cNvPr id="10" name="Título 1">
            <a:extLst>
              <a:ext uri="{FF2B5EF4-FFF2-40B4-BE49-F238E27FC236}">
                <a16:creationId xmlns:a16="http://schemas.microsoft.com/office/drawing/2014/main" id="{4E45B16B-3237-CDC5-F222-265A11061F60}"/>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D6080EF4-DF20-18EA-63F1-3D4CDFE8081A}"/>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3" name="Picture 2">
            <a:extLst>
              <a:ext uri="{FF2B5EF4-FFF2-40B4-BE49-F238E27FC236}">
                <a16:creationId xmlns:a16="http://schemas.microsoft.com/office/drawing/2014/main" id="{1647A7F7-60AB-7340-8535-56854B50711E}"/>
              </a:ext>
            </a:extLst>
          </p:cNvPr>
          <p:cNvPicPr>
            <a:picLocks noChangeAspect="1"/>
          </p:cNvPicPr>
          <p:nvPr/>
        </p:nvPicPr>
        <p:blipFill>
          <a:blip r:embed="rId4"/>
          <a:stretch>
            <a:fillRect/>
          </a:stretch>
        </p:blipFill>
        <p:spPr>
          <a:xfrm>
            <a:off x="1890227" y="1529149"/>
            <a:ext cx="8368303" cy="4455850"/>
          </a:xfrm>
          <a:prstGeom prst="rect">
            <a:avLst/>
          </a:prstGeom>
        </p:spPr>
      </p:pic>
    </p:spTree>
    <p:extLst>
      <p:ext uri="{BB962C8B-B14F-4D97-AF65-F5344CB8AC3E}">
        <p14:creationId xmlns:p14="http://schemas.microsoft.com/office/powerpoint/2010/main" val="2931735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CCB0F-FD46-D9AF-4FA3-BE1C70FF4C0C}"/>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047A55C2-7DCC-255A-053B-4FA76B80A9E7}"/>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5ED7698C-AE13-64C0-C517-12DD8BB79C8E}"/>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Leonardo Da Vinci (1452-1519)</a:t>
            </a:r>
          </a:p>
        </p:txBody>
      </p:sp>
      <p:sp>
        <p:nvSpPr>
          <p:cNvPr id="10" name="Título 1">
            <a:extLst>
              <a:ext uri="{FF2B5EF4-FFF2-40B4-BE49-F238E27FC236}">
                <a16:creationId xmlns:a16="http://schemas.microsoft.com/office/drawing/2014/main" id="{E27DE56A-5F0F-F121-EE84-CB6CDD6436AA}"/>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2054F796-0593-3193-74ED-DB88BCCD6C7E}"/>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5" name="Imagen 4">
            <a:extLst>
              <a:ext uri="{FF2B5EF4-FFF2-40B4-BE49-F238E27FC236}">
                <a16:creationId xmlns:a16="http://schemas.microsoft.com/office/drawing/2014/main" id="{9140C96E-CC8E-D115-056E-459CE94EB83F}"/>
              </a:ext>
            </a:extLst>
          </p:cNvPr>
          <p:cNvPicPr>
            <a:picLocks noChangeAspect="1"/>
          </p:cNvPicPr>
          <p:nvPr/>
        </p:nvPicPr>
        <p:blipFill>
          <a:blip r:embed="rId4"/>
          <a:stretch>
            <a:fillRect/>
          </a:stretch>
        </p:blipFill>
        <p:spPr>
          <a:xfrm>
            <a:off x="1484571" y="1682587"/>
            <a:ext cx="8556896" cy="4622691"/>
          </a:xfrm>
          <a:prstGeom prst="rect">
            <a:avLst/>
          </a:prstGeom>
        </p:spPr>
      </p:pic>
    </p:spTree>
    <p:extLst>
      <p:ext uri="{BB962C8B-B14F-4D97-AF65-F5344CB8AC3E}">
        <p14:creationId xmlns:p14="http://schemas.microsoft.com/office/powerpoint/2010/main" val="933588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8C3FB-0716-AAE6-BA50-FDC7AC4790D1}"/>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9863D3C1-2467-0F8C-874A-07722CE1BCE0}"/>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BC1B43C1-A8CF-59A6-A020-573CA63B7B82}"/>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Albrecht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Dürer</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(1471-1528)</a:t>
            </a:r>
          </a:p>
        </p:txBody>
      </p:sp>
      <p:sp>
        <p:nvSpPr>
          <p:cNvPr id="10" name="Título 1">
            <a:extLst>
              <a:ext uri="{FF2B5EF4-FFF2-40B4-BE49-F238E27FC236}">
                <a16:creationId xmlns:a16="http://schemas.microsoft.com/office/drawing/2014/main" id="{527584DE-58D5-F7C3-B610-572FDA1335E5}"/>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84CE231C-F04E-DFCB-1C4E-BD85114A2966}"/>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7" name="Picture 2">
            <a:extLst>
              <a:ext uri="{FF2B5EF4-FFF2-40B4-BE49-F238E27FC236}">
                <a16:creationId xmlns:a16="http://schemas.microsoft.com/office/drawing/2014/main" id="{B21037B2-B7D5-75CA-066C-B51DE22233A6}"/>
              </a:ext>
            </a:extLst>
          </p:cNvPr>
          <p:cNvPicPr>
            <a:picLocks noChangeAspect="1"/>
          </p:cNvPicPr>
          <p:nvPr/>
        </p:nvPicPr>
        <p:blipFill>
          <a:blip r:embed="rId4"/>
          <a:stretch>
            <a:fillRect/>
          </a:stretch>
        </p:blipFill>
        <p:spPr>
          <a:xfrm>
            <a:off x="8124919" y="1922577"/>
            <a:ext cx="3134381" cy="4084490"/>
          </a:xfrm>
          <a:prstGeom prst="rect">
            <a:avLst/>
          </a:prstGeom>
        </p:spPr>
      </p:pic>
      <p:sp>
        <p:nvSpPr>
          <p:cNvPr id="9" name="TextBox 6">
            <a:extLst>
              <a:ext uri="{FF2B5EF4-FFF2-40B4-BE49-F238E27FC236}">
                <a16:creationId xmlns:a16="http://schemas.microsoft.com/office/drawing/2014/main" id="{CF23B5FE-6B9C-F7AD-25E5-D5CBF4B82E02}"/>
              </a:ext>
            </a:extLst>
          </p:cNvPr>
          <p:cNvSpPr txBox="1"/>
          <p:nvPr/>
        </p:nvSpPr>
        <p:spPr>
          <a:xfrm>
            <a:off x="345244" y="6209648"/>
            <a:ext cx="3988592" cy="276999"/>
          </a:xfrm>
          <a:prstGeom prst="rect">
            <a:avLst/>
          </a:prstGeom>
          <a:noFill/>
        </p:spPr>
        <p:txBody>
          <a:bodyPr wrap="none" rtlCol="0">
            <a:spAutoFit/>
          </a:bodyPr>
          <a:lstStyle/>
          <a:p>
            <a:r>
              <a:rPr lang="de-DE" sz="1200" dirty="0">
                <a:latin typeface="Trebuchet MS"/>
                <a:cs typeface="Trebuchet MS"/>
                <a:hlinkClick r:id="rId5"/>
              </a:rPr>
              <a:t>http://commons.wikimedia.org/wiki/Albrecht_Dürer</a:t>
            </a:r>
            <a:r>
              <a:rPr lang="de-DE" sz="1200" dirty="0">
                <a:latin typeface="Trebuchet MS"/>
                <a:cs typeface="Trebuchet MS"/>
              </a:rPr>
              <a:t>   </a:t>
            </a:r>
            <a:endParaRPr lang="en-US" sz="1200" dirty="0">
              <a:latin typeface="Trebuchet MS"/>
              <a:cs typeface="Trebuchet MS"/>
            </a:endParaRPr>
          </a:p>
        </p:txBody>
      </p:sp>
      <p:pic>
        <p:nvPicPr>
          <p:cNvPr id="13" name="Picture 28">
            <a:extLst>
              <a:ext uri="{FF2B5EF4-FFF2-40B4-BE49-F238E27FC236}">
                <a16:creationId xmlns:a16="http://schemas.microsoft.com/office/drawing/2014/main" id="{511A2829-7554-9AFE-7C2C-51870C394BAE}"/>
              </a:ext>
            </a:extLst>
          </p:cNvPr>
          <p:cNvPicPr>
            <a:picLocks noChangeAspect="1" noChangeArrowheads="1"/>
          </p:cNvPicPr>
          <p:nvPr/>
        </p:nvPicPr>
        <p:blipFill rotWithShape="1">
          <a:blip r:embed="rId6"/>
          <a:srcRect l="4465"/>
          <a:stretch/>
        </p:blipFill>
        <p:spPr bwMode="auto">
          <a:xfrm>
            <a:off x="1801747" y="2430463"/>
            <a:ext cx="5846536" cy="2090737"/>
          </a:xfrm>
          <a:prstGeom prst="rect">
            <a:avLst/>
          </a:prstGeom>
          <a:noFill/>
        </p:spPr>
      </p:pic>
      <p:pic>
        <p:nvPicPr>
          <p:cNvPr id="14" name="Picture 5">
            <a:extLst>
              <a:ext uri="{FF2B5EF4-FFF2-40B4-BE49-F238E27FC236}">
                <a16:creationId xmlns:a16="http://schemas.microsoft.com/office/drawing/2014/main" id="{4700C1EF-005F-06CA-8063-FA169AC27280}"/>
              </a:ext>
            </a:extLst>
          </p:cNvPr>
          <p:cNvPicPr>
            <a:picLocks noChangeAspect="1"/>
          </p:cNvPicPr>
          <p:nvPr/>
        </p:nvPicPr>
        <p:blipFill rotWithShape="1">
          <a:blip r:embed="rId7">
            <a:extLst>
              <a:ext uri="{28A0092B-C50C-407E-A947-70E740481C1C}">
                <a14:useLocalDpi xmlns:a14="http://schemas.microsoft.com/office/drawing/2010/main" val="0"/>
              </a:ext>
            </a:extLst>
          </a:blip>
          <a:srcRect l="9221" t="67359" r="62466"/>
          <a:stretch/>
        </p:blipFill>
        <p:spPr>
          <a:xfrm>
            <a:off x="1723859" y="2432597"/>
            <a:ext cx="2769141" cy="2088604"/>
          </a:xfrm>
          <a:prstGeom prst="rect">
            <a:avLst/>
          </a:prstGeom>
        </p:spPr>
      </p:pic>
      <p:grpSp>
        <p:nvGrpSpPr>
          <p:cNvPr id="15" name="Group 17">
            <a:extLst>
              <a:ext uri="{FF2B5EF4-FFF2-40B4-BE49-F238E27FC236}">
                <a16:creationId xmlns:a16="http://schemas.microsoft.com/office/drawing/2014/main" id="{1D6CDC32-8CFC-E625-DBD2-3AF3E1F7E857}"/>
              </a:ext>
            </a:extLst>
          </p:cNvPr>
          <p:cNvGrpSpPr>
            <a:grpSpLocks/>
          </p:cNvGrpSpPr>
          <p:nvPr/>
        </p:nvGrpSpPr>
        <p:grpSpPr bwMode="auto">
          <a:xfrm>
            <a:off x="5593134" y="3854450"/>
            <a:ext cx="695325" cy="171450"/>
            <a:chOff x="3513" y="2852"/>
            <a:chExt cx="438" cy="108"/>
          </a:xfrm>
        </p:grpSpPr>
        <p:sp>
          <p:nvSpPr>
            <p:cNvPr id="16" name="Oval 18">
              <a:extLst>
                <a:ext uri="{FF2B5EF4-FFF2-40B4-BE49-F238E27FC236}">
                  <a16:creationId xmlns:a16="http://schemas.microsoft.com/office/drawing/2014/main" id="{57077B3C-845C-A1C4-255D-11DAC1A9B0A8}"/>
                </a:ext>
              </a:extLst>
            </p:cNvPr>
            <p:cNvSpPr>
              <a:spLocks noChangeArrowheads="1"/>
            </p:cNvSpPr>
            <p:nvPr/>
          </p:nvSpPr>
          <p:spPr bwMode="auto">
            <a:xfrm rot="16200000" flipH="1">
              <a:off x="3513" y="2852"/>
              <a:ext cx="27" cy="27"/>
            </a:xfrm>
            <a:prstGeom prst="ellipse">
              <a:avLst/>
            </a:prstGeom>
            <a:solidFill>
              <a:srgbClr val="FF0066"/>
            </a:solidFill>
            <a:ln w="9525">
              <a:solidFill>
                <a:schemeClr val="tx1"/>
              </a:solidFill>
              <a:round/>
              <a:headEnd/>
              <a:tailEnd/>
            </a:ln>
            <a:effectLst/>
          </p:spPr>
          <p:txBody>
            <a:bodyPr wrap="none" anchor="ctr">
              <a:prstTxWarp prst="textNoShape">
                <a:avLst/>
              </a:prstTxWarp>
            </a:bodyPr>
            <a:lstStyle/>
            <a:p>
              <a:endParaRPr lang="en-US"/>
            </a:p>
          </p:txBody>
        </p:sp>
        <p:sp>
          <p:nvSpPr>
            <p:cNvPr id="17" name="Oval 19">
              <a:extLst>
                <a:ext uri="{FF2B5EF4-FFF2-40B4-BE49-F238E27FC236}">
                  <a16:creationId xmlns:a16="http://schemas.microsoft.com/office/drawing/2014/main" id="{76F3BA82-BC95-B8B4-F0D1-022D5924902C}"/>
                </a:ext>
              </a:extLst>
            </p:cNvPr>
            <p:cNvSpPr>
              <a:spLocks noChangeArrowheads="1"/>
            </p:cNvSpPr>
            <p:nvPr/>
          </p:nvSpPr>
          <p:spPr bwMode="auto">
            <a:xfrm rot="16200000" flipH="1">
              <a:off x="3585" y="2903"/>
              <a:ext cx="27" cy="27"/>
            </a:xfrm>
            <a:prstGeom prst="ellipse">
              <a:avLst/>
            </a:prstGeom>
            <a:solidFill>
              <a:srgbClr val="FF0066"/>
            </a:solidFill>
            <a:ln w="9525">
              <a:solidFill>
                <a:schemeClr val="tx1"/>
              </a:solidFill>
              <a:round/>
              <a:headEnd/>
              <a:tailEnd/>
            </a:ln>
            <a:effectLst/>
          </p:spPr>
          <p:txBody>
            <a:bodyPr wrap="none" anchor="ctr">
              <a:prstTxWarp prst="textNoShape">
                <a:avLst/>
              </a:prstTxWarp>
            </a:bodyPr>
            <a:lstStyle/>
            <a:p>
              <a:endParaRPr lang="en-US"/>
            </a:p>
          </p:txBody>
        </p:sp>
        <p:sp>
          <p:nvSpPr>
            <p:cNvPr id="18" name="Oval 20">
              <a:extLst>
                <a:ext uri="{FF2B5EF4-FFF2-40B4-BE49-F238E27FC236}">
                  <a16:creationId xmlns:a16="http://schemas.microsoft.com/office/drawing/2014/main" id="{E9B190F1-A4CF-00C7-282C-83BF210C9587}"/>
                </a:ext>
              </a:extLst>
            </p:cNvPr>
            <p:cNvSpPr>
              <a:spLocks noChangeArrowheads="1"/>
            </p:cNvSpPr>
            <p:nvPr/>
          </p:nvSpPr>
          <p:spPr bwMode="auto">
            <a:xfrm rot="16200000" flipH="1">
              <a:off x="3663" y="2891"/>
              <a:ext cx="27" cy="27"/>
            </a:xfrm>
            <a:prstGeom prst="ellipse">
              <a:avLst/>
            </a:prstGeom>
            <a:solidFill>
              <a:srgbClr val="FF0066"/>
            </a:solidFill>
            <a:ln w="9525">
              <a:solidFill>
                <a:schemeClr val="tx1"/>
              </a:solidFill>
              <a:round/>
              <a:headEnd/>
              <a:tailEnd/>
            </a:ln>
            <a:effectLst/>
          </p:spPr>
          <p:txBody>
            <a:bodyPr wrap="none" anchor="ctr">
              <a:prstTxWarp prst="textNoShape">
                <a:avLst/>
              </a:prstTxWarp>
            </a:bodyPr>
            <a:lstStyle/>
            <a:p>
              <a:endParaRPr lang="en-US"/>
            </a:p>
          </p:txBody>
        </p:sp>
        <p:sp>
          <p:nvSpPr>
            <p:cNvPr id="19" name="Oval 21">
              <a:extLst>
                <a:ext uri="{FF2B5EF4-FFF2-40B4-BE49-F238E27FC236}">
                  <a16:creationId xmlns:a16="http://schemas.microsoft.com/office/drawing/2014/main" id="{FE49D398-6223-C36A-B76F-3AB002632144}"/>
                </a:ext>
              </a:extLst>
            </p:cNvPr>
            <p:cNvSpPr>
              <a:spLocks noChangeArrowheads="1"/>
            </p:cNvSpPr>
            <p:nvPr/>
          </p:nvSpPr>
          <p:spPr bwMode="auto">
            <a:xfrm rot="16200000" flipH="1">
              <a:off x="3801" y="2897"/>
              <a:ext cx="27" cy="27"/>
            </a:xfrm>
            <a:prstGeom prst="ellipse">
              <a:avLst/>
            </a:prstGeom>
            <a:solidFill>
              <a:srgbClr val="FF0066"/>
            </a:solidFill>
            <a:ln w="9525">
              <a:solidFill>
                <a:schemeClr val="tx1"/>
              </a:solidFill>
              <a:round/>
              <a:headEnd/>
              <a:tailEnd/>
            </a:ln>
            <a:effectLst/>
          </p:spPr>
          <p:txBody>
            <a:bodyPr wrap="none" anchor="ctr">
              <a:prstTxWarp prst="textNoShape">
                <a:avLst/>
              </a:prstTxWarp>
            </a:bodyPr>
            <a:lstStyle/>
            <a:p>
              <a:endParaRPr lang="en-US"/>
            </a:p>
          </p:txBody>
        </p:sp>
        <p:sp>
          <p:nvSpPr>
            <p:cNvPr id="20" name="Oval 22">
              <a:extLst>
                <a:ext uri="{FF2B5EF4-FFF2-40B4-BE49-F238E27FC236}">
                  <a16:creationId xmlns:a16="http://schemas.microsoft.com/office/drawing/2014/main" id="{F1A31330-6C40-268D-571A-C2A34D70019A}"/>
                </a:ext>
              </a:extLst>
            </p:cNvPr>
            <p:cNvSpPr>
              <a:spLocks noChangeArrowheads="1"/>
            </p:cNvSpPr>
            <p:nvPr/>
          </p:nvSpPr>
          <p:spPr bwMode="auto">
            <a:xfrm rot="16200000" flipH="1">
              <a:off x="3924" y="2933"/>
              <a:ext cx="27" cy="27"/>
            </a:xfrm>
            <a:prstGeom prst="ellipse">
              <a:avLst/>
            </a:prstGeom>
            <a:solidFill>
              <a:srgbClr val="FF0066"/>
            </a:solidFill>
            <a:ln w="9525">
              <a:solidFill>
                <a:schemeClr val="tx1"/>
              </a:solidFill>
              <a:round/>
              <a:headEnd/>
              <a:tailEnd/>
            </a:ln>
            <a:effectLst/>
          </p:spPr>
          <p:txBody>
            <a:bodyPr wrap="none" anchor="ctr">
              <a:prstTxWarp prst="textNoShape">
                <a:avLst/>
              </a:prstTxWarp>
            </a:bodyPr>
            <a:lstStyle/>
            <a:p>
              <a:endParaRPr lang="en-US"/>
            </a:p>
          </p:txBody>
        </p:sp>
      </p:grpSp>
      <p:grpSp>
        <p:nvGrpSpPr>
          <p:cNvPr id="21" name="Group 5">
            <a:extLst>
              <a:ext uri="{FF2B5EF4-FFF2-40B4-BE49-F238E27FC236}">
                <a16:creationId xmlns:a16="http://schemas.microsoft.com/office/drawing/2014/main" id="{EC5F1A4C-DBF9-BF6B-6B6C-FB717C9BDD67}"/>
              </a:ext>
            </a:extLst>
          </p:cNvPr>
          <p:cNvGrpSpPr>
            <a:grpSpLocks/>
          </p:cNvGrpSpPr>
          <p:nvPr/>
        </p:nvGrpSpPr>
        <p:grpSpPr bwMode="auto">
          <a:xfrm>
            <a:off x="2561013" y="2911473"/>
            <a:ext cx="4065587" cy="1057275"/>
            <a:chOff x="1603" y="2258"/>
            <a:chExt cx="2561" cy="666"/>
          </a:xfrm>
        </p:grpSpPr>
        <p:sp>
          <p:nvSpPr>
            <p:cNvPr id="22" name="Line 6">
              <a:extLst>
                <a:ext uri="{FF2B5EF4-FFF2-40B4-BE49-F238E27FC236}">
                  <a16:creationId xmlns:a16="http://schemas.microsoft.com/office/drawing/2014/main" id="{82DC23A3-0B08-982B-FDF1-9099B1178681}"/>
                </a:ext>
              </a:extLst>
            </p:cNvPr>
            <p:cNvSpPr>
              <a:spLocks noChangeShapeType="1"/>
            </p:cNvSpPr>
            <p:nvPr/>
          </p:nvSpPr>
          <p:spPr bwMode="auto">
            <a:xfrm flipH="1" flipV="1">
              <a:off x="1995" y="2258"/>
              <a:ext cx="2163" cy="4"/>
            </a:xfrm>
            <a:prstGeom prst="line">
              <a:avLst/>
            </a:prstGeom>
            <a:noFill/>
            <a:ln w="9525">
              <a:solidFill>
                <a:srgbClr val="FF0000"/>
              </a:solidFill>
              <a:round/>
              <a:headEnd/>
              <a:tailEnd/>
            </a:ln>
            <a:effectLst/>
          </p:spPr>
          <p:txBody>
            <a:bodyPr>
              <a:prstTxWarp prst="textNoShape">
                <a:avLst/>
              </a:prstTxWarp>
            </a:bodyPr>
            <a:lstStyle/>
            <a:p>
              <a:endParaRPr lang="en-US"/>
            </a:p>
          </p:txBody>
        </p:sp>
        <p:sp>
          <p:nvSpPr>
            <p:cNvPr id="23" name="Line 7">
              <a:extLst>
                <a:ext uri="{FF2B5EF4-FFF2-40B4-BE49-F238E27FC236}">
                  <a16:creationId xmlns:a16="http://schemas.microsoft.com/office/drawing/2014/main" id="{B3F35C56-D3EA-216D-F46A-A55344ECE3A7}"/>
                </a:ext>
              </a:extLst>
            </p:cNvPr>
            <p:cNvSpPr>
              <a:spLocks noChangeShapeType="1"/>
            </p:cNvSpPr>
            <p:nvPr/>
          </p:nvSpPr>
          <p:spPr bwMode="auto">
            <a:xfrm flipV="1">
              <a:off x="1603" y="2262"/>
              <a:ext cx="2561" cy="359"/>
            </a:xfrm>
            <a:prstGeom prst="line">
              <a:avLst/>
            </a:prstGeom>
            <a:noFill/>
            <a:ln w="9525">
              <a:solidFill>
                <a:srgbClr val="FF0000"/>
              </a:solidFill>
              <a:round/>
              <a:headEnd/>
              <a:tailEnd/>
            </a:ln>
            <a:effectLst/>
          </p:spPr>
          <p:txBody>
            <a:bodyPr>
              <a:prstTxWarp prst="textNoShape">
                <a:avLst/>
              </a:prstTxWarp>
            </a:bodyPr>
            <a:lstStyle/>
            <a:p>
              <a:endParaRPr lang="en-US"/>
            </a:p>
          </p:txBody>
        </p:sp>
        <p:sp>
          <p:nvSpPr>
            <p:cNvPr id="24" name="Line 8">
              <a:extLst>
                <a:ext uri="{FF2B5EF4-FFF2-40B4-BE49-F238E27FC236}">
                  <a16:creationId xmlns:a16="http://schemas.microsoft.com/office/drawing/2014/main" id="{5B3C7D3D-8857-844E-73E0-B8C73A7519F2}"/>
                </a:ext>
              </a:extLst>
            </p:cNvPr>
            <p:cNvSpPr>
              <a:spLocks noChangeShapeType="1"/>
            </p:cNvSpPr>
            <p:nvPr/>
          </p:nvSpPr>
          <p:spPr bwMode="auto">
            <a:xfrm flipV="1">
              <a:off x="2403" y="2262"/>
              <a:ext cx="1752" cy="432"/>
            </a:xfrm>
            <a:prstGeom prst="line">
              <a:avLst/>
            </a:prstGeom>
            <a:noFill/>
            <a:ln w="9525">
              <a:solidFill>
                <a:srgbClr val="FF0000"/>
              </a:solidFill>
              <a:round/>
              <a:headEnd/>
              <a:tailEnd/>
            </a:ln>
            <a:effectLst/>
          </p:spPr>
          <p:txBody>
            <a:bodyPr>
              <a:prstTxWarp prst="textNoShape">
                <a:avLst/>
              </a:prstTxWarp>
            </a:bodyPr>
            <a:lstStyle/>
            <a:p>
              <a:endParaRPr lang="en-US"/>
            </a:p>
          </p:txBody>
        </p:sp>
        <p:sp>
          <p:nvSpPr>
            <p:cNvPr id="25" name="Line 9">
              <a:extLst>
                <a:ext uri="{FF2B5EF4-FFF2-40B4-BE49-F238E27FC236}">
                  <a16:creationId xmlns:a16="http://schemas.microsoft.com/office/drawing/2014/main" id="{11B4883B-F531-2B51-8D5E-AF644AFFF7D4}"/>
                </a:ext>
              </a:extLst>
            </p:cNvPr>
            <p:cNvSpPr>
              <a:spLocks noChangeShapeType="1"/>
            </p:cNvSpPr>
            <p:nvPr/>
          </p:nvSpPr>
          <p:spPr bwMode="auto">
            <a:xfrm flipV="1">
              <a:off x="2379" y="2262"/>
              <a:ext cx="1779" cy="662"/>
            </a:xfrm>
            <a:prstGeom prst="line">
              <a:avLst/>
            </a:prstGeom>
            <a:noFill/>
            <a:ln w="9525">
              <a:solidFill>
                <a:srgbClr val="FF0000"/>
              </a:solidFill>
              <a:round/>
              <a:headEnd/>
              <a:tailEnd/>
            </a:ln>
            <a:effectLst/>
          </p:spPr>
          <p:txBody>
            <a:bodyPr>
              <a:prstTxWarp prst="textNoShape">
                <a:avLst/>
              </a:prstTxWarp>
            </a:bodyPr>
            <a:lstStyle/>
            <a:p>
              <a:endParaRPr lang="en-US"/>
            </a:p>
          </p:txBody>
        </p:sp>
        <p:sp>
          <p:nvSpPr>
            <p:cNvPr id="26" name="Line 10">
              <a:extLst>
                <a:ext uri="{FF2B5EF4-FFF2-40B4-BE49-F238E27FC236}">
                  <a16:creationId xmlns:a16="http://schemas.microsoft.com/office/drawing/2014/main" id="{481964BB-3092-5F45-7E42-30D84F8ECE27}"/>
                </a:ext>
              </a:extLst>
            </p:cNvPr>
            <p:cNvSpPr>
              <a:spLocks noChangeShapeType="1"/>
            </p:cNvSpPr>
            <p:nvPr/>
          </p:nvSpPr>
          <p:spPr bwMode="auto">
            <a:xfrm flipV="1">
              <a:off x="1888" y="2262"/>
              <a:ext cx="2270" cy="148"/>
            </a:xfrm>
            <a:prstGeom prst="line">
              <a:avLst/>
            </a:prstGeom>
            <a:noFill/>
            <a:ln w="9525">
              <a:solidFill>
                <a:srgbClr val="FF0000"/>
              </a:solidFill>
              <a:round/>
              <a:headEnd/>
              <a:tailEnd/>
            </a:ln>
            <a:effectLst/>
          </p:spPr>
          <p:txBody>
            <a:bodyPr>
              <a:prstTxWarp prst="textNoShape">
                <a:avLst/>
              </a:prstTxWarp>
            </a:bodyPr>
            <a:lstStyle/>
            <a:p>
              <a:endParaRPr lang="en-US"/>
            </a:p>
          </p:txBody>
        </p:sp>
      </p:grpSp>
      <p:grpSp>
        <p:nvGrpSpPr>
          <p:cNvPr id="27" name="Group 11">
            <a:extLst>
              <a:ext uri="{FF2B5EF4-FFF2-40B4-BE49-F238E27FC236}">
                <a16:creationId xmlns:a16="http://schemas.microsoft.com/office/drawing/2014/main" id="{53961E06-F0D0-2A13-7FAA-792FCC564B81}"/>
              </a:ext>
            </a:extLst>
          </p:cNvPr>
          <p:cNvGrpSpPr>
            <a:grpSpLocks/>
          </p:cNvGrpSpPr>
          <p:nvPr/>
        </p:nvGrpSpPr>
        <p:grpSpPr bwMode="auto">
          <a:xfrm>
            <a:off x="4640638" y="2898776"/>
            <a:ext cx="142875" cy="760413"/>
            <a:chOff x="2913" y="2250"/>
            <a:chExt cx="90" cy="479"/>
          </a:xfrm>
        </p:grpSpPr>
        <p:sp>
          <p:nvSpPr>
            <p:cNvPr id="28" name="Oval 12">
              <a:extLst>
                <a:ext uri="{FF2B5EF4-FFF2-40B4-BE49-F238E27FC236}">
                  <a16:creationId xmlns:a16="http://schemas.microsoft.com/office/drawing/2014/main" id="{EA5B6052-64E6-F02A-BC02-CE38FF424B52}"/>
                </a:ext>
              </a:extLst>
            </p:cNvPr>
            <p:cNvSpPr>
              <a:spLocks noChangeArrowheads="1"/>
            </p:cNvSpPr>
            <p:nvPr/>
          </p:nvSpPr>
          <p:spPr bwMode="auto">
            <a:xfrm flipH="1">
              <a:off x="2970" y="2250"/>
              <a:ext cx="27" cy="27"/>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endParaRPr lang="en-US"/>
            </a:p>
          </p:txBody>
        </p:sp>
        <p:sp>
          <p:nvSpPr>
            <p:cNvPr id="29" name="Oval 13">
              <a:extLst>
                <a:ext uri="{FF2B5EF4-FFF2-40B4-BE49-F238E27FC236}">
                  <a16:creationId xmlns:a16="http://schemas.microsoft.com/office/drawing/2014/main" id="{2D5E1ECB-A906-7FC3-BD72-3839EDFDD54F}"/>
                </a:ext>
              </a:extLst>
            </p:cNvPr>
            <p:cNvSpPr>
              <a:spLocks noChangeArrowheads="1"/>
            </p:cNvSpPr>
            <p:nvPr/>
          </p:nvSpPr>
          <p:spPr bwMode="auto">
            <a:xfrm flipH="1">
              <a:off x="2919" y="2331"/>
              <a:ext cx="27" cy="27"/>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endParaRPr lang="en-US"/>
            </a:p>
          </p:txBody>
        </p:sp>
        <p:sp>
          <p:nvSpPr>
            <p:cNvPr id="30" name="Oval 14">
              <a:extLst>
                <a:ext uri="{FF2B5EF4-FFF2-40B4-BE49-F238E27FC236}">
                  <a16:creationId xmlns:a16="http://schemas.microsoft.com/office/drawing/2014/main" id="{8CB43AD7-2D7A-B5CD-9FA7-D6938A64E853}"/>
                </a:ext>
              </a:extLst>
            </p:cNvPr>
            <p:cNvSpPr>
              <a:spLocks noChangeArrowheads="1"/>
            </p:cNvSpPr>
            <p:nvPr/>
          </p:nvSpPr>
          <p:spPr bwMode="auto">
            <a:xfrm flipH="1">
              <a:off x="2931" y="2423"/>
              <a:ext cx="27" cy="27"/>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endParaRPr lang="en-US"/>
            </a:p>
          </p:txBody>
        </p:sp>
        <p:sp>
          <p:nvSpPr>
            <p:cNvPr id="31" name="Oval 15">
              <a:extLst>
                <a:ext uri="{FF2B5EF4-FFF2-40B4-BE49-F238E27FC236}">
                  <a16:creationId xmlns:a16="http://schemas.microsoft.com/office/drawing/2014/main" id="{B842C2B6-F6AC-9D32-41DF-4AA515DC7364}"/>
                </a:ext>
              </a:extLst>
            </p:cNvPr>
            <p:cNvSpPr>
              <a:spLocks noChangeArrowheads="1"/>
            </p:cNvSpPr>
            <p:nvPr/>
          </p:nvSpPr>
          <p:spPr bwMode="auto">
            <a:xfrm flipH="1">
              <a:off x="2976" y="2534"/>
              <a:ext cx="27" cy="27"/>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endParaRPr lang="en-US"/>
            </a:p>
          </p:txBody>
        </p:sp>
        <p:sp>
          <p:nvSpPr>
            <p:cNvPr id="32" name="Oval 16">
              <a:extLst>
                <a:ext uri="{FF2B5EF4-FFF2-40B4-BE49-F238E27FC236}">
                  <a16:creationId xmlns:a16="http://schemas.microsoft.com/office/drawing/2014/main" id="{3246E6AA-30A6-AF0C-F8CD-55DC3E24B758}"/>
                </a:ext>
              </a:extLst>
            </p:cNvPr>
            <p:cNvSpPr>
              <a:spLocks noChangeArrowheads="1"/>
            </p:cNvSpPr>
            <p:nvPr/>
          </p:nvSpPr>
          <p:spPr bwMode="auto">
            <a:xfrm flipH="1">
              <a:off x="2913" y="2702"/>
              <a:ext cx="27" cy="27"/>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endParaRPr lang="en-US"/>
            </a:p>
          </p:txBody>
        </p:sp>
      </p:grpSp>
      <p:sp>
        <p:nvSpPr>
          <p:cNvPr id="33" name="Oval 23">
            <a:extLst>
              <a:ext uri="{FF2B5EF4-FFF2-40B4-BE49-F238E27FC236}">
                <a16:creationId xmlns:a16="http://schemas.microsoft.com/office/drawing/2014/main" id="{CEC202A0-A68F-6C74-DD6F-F6E59FE03B5B}"/>
              </a:ext>
            </a:extLst>
          </p:cNvPr>
          <p:cNvSpPr>
            <a:spLocks noChangeArrowheads="1"/>
          </p:cNvSpPr>
          <p:nvPr/>
        </p:nvSpPr>
        <p:spPr bwMode="auto">
          <a:xfrm rot="16200000" flipH="1">
            <a:off x="3755547" y="3943391"/>
            <a:ext cx="42863" cy="42862"/>
          </a:xfrm>
          <a:prstGeom prst="ellipse">
            <a:avLst/>
          </a:prstGeom>
          <a:solidFill>
            <a:srgbClr val="FF0000"/>
          </a:solidFill>
          <a:ln w="19050">
            <a:solidFill>
              <a:schemeClr val="hlink"/>
            </a:solidFill>
            <a:round/>
            <a:headEnd/>
            <a:tailEnd/>
          </a:ln>
          <a:effectLst/>
        </p:spPr>
        <p:txBody>
          <a:bodyPr wrap="none" anchor="ctr">
            <a:prstTxWarp prst="textNoShape">
              <a:avLst/>
            </a:prstTxWarp>
          </a:bodyPr>
          <a:lstStyle/>
          <a:p>
            <a:endParaRPr lang="en-US"/>
          </a:p>
        </p:txBody>
      </p:sp>
      <p:sp>
        <p:nvSpPr>
          <p:cNvPr id="34" name="Oval 24">
            <a:extLst>
              <a:ext uri="{FF2B5EF4-FFF2-40B4-BE49-F238E27FC236}">
                <a16:creationId xmlns:a16="http://schemas.microsoft.com/office/drawing/2014/main" id="{8E2C183A-50FE-13AE-458E-7A3371FB5AB8}"/>
              </a:ext>
            </a:extLst>
          </p:cNvPr>
          <p:cNvSpPr>
            <a:spLocks noChangeArrowheads="1"/>
          </p:cNvSpPr>
          <p:nvPr/>
        </p:nvSpPr>
        <p:spPr bwMode="auto">
          <a:xfrm rot="16200000" flipH="1">
            <a:off x="3792572" y="3581439"/>
            <a:ext cx="42863" cy="42862"/>
          </a:xfrm>
          <a:prstGeom prst="ellipse">
            <a:avLst/>
          </a:prstGeom>
          <a:solidFill>
            <a:srgbClr val="FF0000"/>
          </a:solidFill>
          <a:ln w="19050">
            <a:solidFill>
              <a:schemeClr val="hlink"/>
            </a:solidFill>
            <a:round/>
            <a:headEnd/>
            <a:tailEnd/>
          </a:ln>
          <a:effectLst/>
        </p:spPr>
        <p:txBody>
          <a:bodyPr wrap="none" anchor="ctr">
            <a:prstTxWarp prst="textNoShape">
              <a:avLst/>
            </a:prstTxWarp>
          </a:bodyPr>
          <a:lstStyle/>
          <a:p>
            <a:endParaRPr lang="en-US"/>
          </a:p>
        </p:txBody>
      </p:sp>
      <p:sp>
        <p:nvSpPr>
          <p:cNvPr id="35" name="Oval 25">
            <a:extLst>
              <a:ext uri="{FF2B5EF4-FFF2-40B4-BE49-F238E27FC236}">
                <a16:creationId xmlns:a16="http://schemas.microsoft.com/office/drawing/2014/main" id="{C531033C-A732-4D22-6BCD-C63E03E4C2E3}"/>
              </a:ext>
            </a:extLst>
          </p:cNvPr>
          <p:cNvSpPr>
            <a:spLocks noChangeArrowheads="1"/>
          </p:cNvSpPr>
          <p:nvPr/>
        </p:nvSpPr>
        <p:spPr bwMode="auto">
          <a:xfrm rot="16200000" flipH="1">
            <a:off x="3180714" y="2871828"/>
            <a:ext cx="42862" cy="42862"/>
          </a:xfrm>
          <a:prstGeom prst="ellipse">
            <a:avLst/>
          </a:prstGeom>
          <a:solidFill>
            <a:srgbClr val="FF0000"/>
          </a:solidFill>
          <a:ln w="19050">
            <a:solidFill>
              <a:schemeClr val="hlink"/>
            </a:solidFill>
            <a:round/>
            <a:headEnd/>
            <a:tailEnd/>
          </a:ln>
          <a:effectLst/>
        </p:spPr>
        <p:txBody>
          <a:bodyPr wrap="none" anchor="ctr">
            <a:prstTxWarp prst="textNoShape">
              <a:avLst/>
            </a:prstTxWarp>
          </a:bodyPr>
          <a:lstStyle/>
          <a:p>
            <a:endParaRPr lang="en-US"/>
          </a:p>
        </p:txBody>
      </p:sp>
      <p:sp>
        <p:nvSpPr>
          <p:cNvPr id="36" name="Oval 26">
            <a:extLst>
              <a:ext uri="{FF2B5EF4-FFF2-40B4-BE49-F238E27FC236}">
                <a16:creationId xmlns:a16="http://schemas.microsoft.com/office/drawing/2014/main" id="{4C3C70A2-0255-B572-8A05-3AE0BA1B071F}"/>
              </a:ext>
            </a:extLst>
          </p:cNvPr>
          <p:cNvSpPr>
            <a:spLocks noChangeArrowheads="1"/>
          </p:cNvSpPr>
          <p:nvPr/>
        </p:nvSpPr>
        <p:spPr bwMode="auto">
          <a:xfrm rot="16200000" flipH="1">
            <a:off x="2992071" y="3123789"/>
            <a:ext cx="42863" cy="42862"/>
          </a:xfrm>
          <a:prstGeom prst="ellipse">
            <a:avLst/>
          </a:prstGeom>
          <a:solidFill>
            <a:srgbClr val="FF0000"/>
          </a:solidFill>
          <a:ln w="19050">
            <a:solidFill>
              <a:schemeClr val="hlink"/>
            </a:solidFill>
            <a:round/>
            <a:headEnd/>
            <a:tailEnd/>
          </a:ln>
          <a:effectLst/>
        </p:spPr>
        <p:txBody>
          <a:bodyPr wrap="none" anchor="ctr">
            <a:prstTxWarp prst="textNoShape">
              <a:avLst/>
            </a:prstTxWarp>
          </a:bodyPr>
          <a:lstStyle/>
          <a:p>
            <a:endParaRPr lang="en-US"/>
          </a:p>
        </p:txBody>
      </p:sp>
      <p:sp>
        <p:nvSpPr>
          <p:cNvPr id="37" name="Oval 27">
            <a:extLst>
              <a:ext uri="{FF2B5EF4-FFF2-40B4-BE49-F238E27FC236}">
                <a16:creationId xmlns:a16="http://schemas.microsoft.com/office/drawing/2014/main" id="{B121A007-78D5-F03F-777E-CBA8830A5B99}"/>
              </a:ext>
            </a:extLst>
          </p:cNvPr>
          <p:cNvSpPr>
            <a:spLocks noChangeArrowheads="1"/>
          </p:cNvSpPr>
          <p:nvPr/>
        </p:nvSpPr>
        <p:spPr bwMode="auto">
          <a:xfrm rot="16200000" flipH="1">
            <a:off x="2543166" y="3479908"/>
            <a:ext cx="42862" cy="42862"/>
          </a:xfrm>
          <a:prstGeom prst="ellipse">
            <a:avLst/>
          </a:prstGeom>
          <a:solidFill>
            <a:srgbClr val="FF0000"/>
          </a:solidFill>
          <a:ln w="19050">
            <a:solidFill>
              <a:schemeClr val="hlink"/>
            </a:solidFill>
            <a:round/>
            <a:headEnd/>
            <a:tailEnd/>
          </a:ln>
          <a:effectLst/>
        </p:spPr>
        <p:txBody>
          <a:bodyPr wrap="none" anchor="ctr">
            <a:prstTxWarp prst="textNoShape">
              <a:avLst/>
            </a:prstTxWarp>
          </a:bodyPr>
          <a:lstStyle/>
          <a:p>
            <a:endParaRPr lang="en-US"/>
          </a:p>
        </p:txBody>
      </p:sp>
    </p:spTree>
    <p:extLst>
      <p:ext uri="{BB962C8B-B14F-4D97-AF65-F5344CB8AC3E}">
        <p14:creationId xmlns:p14="http://schemas.microsoft.com/office/powerpoint/2010/main" val="37140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35"/>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36"/>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strips(downLeft)">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499"/>
                                          </p:stCondLst>
                                        </p:cTn>
                                        <p:tgtEl>
                                          <p:spTgt spid="2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FA8BD-2C2A-DCE8-6851-636131BC027E}"/>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056DF77C-DE7A-9071-598C-881CF6800D45}"/>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F893A50A-7B1F-2D56-861F-488B38AA5652}"/>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Gemma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Frisius</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1545 Cámara oscura</a:t>
            </a:r>
          </a:p>
        </p:txBody>
      </p:sp>
      <p:sp>
        <p:nvSpPr>
          <p:cNvPr id="10" name="Título 1">
            <a:extLst>
              <a:ext uri="{FF2B5EF4-FFF2-40B4-BE49-F238E27FC236}">
                <a16:creationId xmlns:a16="http://schemas.microsoft.com/office/drawing/2014/main" id="{390742AD-DBF4-0437-B4E2-334BAC26130B}"/>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6DECB05C-B2F7-DFB9-8C09-921E004ED1B6}"/>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3" name="Picture 4">
            <a:extLst>
              <a:ext uri="{FF2B5EF4-FFF2-40B4-BE49-F238E27FC236}">
                <a16:creationId xmlns:a16="http://schemas.microsoft.com/office/drawing/2014/main" id="{C5E85373-5BA6-80E8-9FB0-0758F5CDAAC5}"/>
              </a:ext>
            </a:extLst>
          </p:cNvPr>
          <p:cNvPicPr>
            <a:picLocks noChangeAspect="1"/>
          </p:cNvPicPr>
          <p:nvPr/>
        </p:nvPicPr>
        <p:blipFill>
          <a:blip r:embed="rId4"/>
          <a:stretch>
            <a:fillRect/>
          </a:stretch>
        </p:blipFill>
        <p:spPr>
          <a:xfrm>
            <a:off x="6599058" y="2024177"/>
            <a:ext cx="5007466" cy="3513469"/>
          </a:xfrm>
          <a:prstGeom prst="rect">
            <a:avLst/>
          </a:prstGeom>
        </p:spPr>
      </p:pic>
      <p:sp>
        <p:nvSpPr>
          <p:cNvPr id="6" name="TextBox 3">
            <a:extLst>
              <a:ext uri="{FF2B5EF4-FFF2-40B4-BE49-F238E27FC236}">
                <a16:creationId xmlns:a16="http://schemas.microsoft.com/office/drawing/2014/main" id="{0B480CFA-14B2-117D-85D7-EE414197FEE9}"/>
              </a:ext>
            </a:extLst>
          </p:cNvPr>
          <p:cNvSpPr txBox="1"/>
          <p:nvPr/>
        </p:nvSpPr>
        <p:spPr>
          <a:xfrm>
            <a:off x="345244" y="6209648"/>
            <a:ext cx="4106413" cy="276999"/>
          </a:xfrm>
          <a:prstGeom prst="rect">
            <a:avLst/>
          </a:prstGeom>
          <a:noFill/>
        </p:spPr>
        <p:txBody>
          <a:bodyPr wrap="none" rtlCol="0">
            <a:spAutoFit/>
          </a:bodyPr>
          <a:lstStyle/>
          <a:p>
            <a:r>
              <a:rPr lang="en-US" sz="1200" dirty="0">
                <a:latin typeface="Trebuchet MS"/>
                <a:cs typeface="Trebuchet MS"/>
                <a:hlinkClick r:id="rId5"/>
              </a:rPr>
              <a:t>http://www.pinhole.cz/en/pinholecameras/whatis.html</a:t>
            </a:r>
            <a:r>
              <a:rPr lang="en-US" sz="1200" dirty="0">
                <a:latin typeface="Trebuchet MS"/>
                <a:cs typeface="Trebuchet MS"/>
              </a:rPr>
              <a:t> </a:t>
            </a:r>
          </a:p>
        </p:txBody>
      </p:sp>
      <p:pic>
        <p:nvPicPr>
          <p:cNvPr id="38" name="Picture 4">
            <a:extLst>
              <a:ext uri="{FF2B5EF4-FFF2-40B4-BE49-F238E27FC236}">
                <a16:creationId xmlns:a16="http://schemas.microsoft.com/office/drawing/2014/main" id="{AF5C56BF-3458-5CF5-0350-E63F28896C4C}"/>
              </a:ext>
            </a:extLst>
          </p:cNvPr>
          <p:cNvPicPr>
            <a:picLocks noChangeAspect="1"/>
          </p:cNvPicPr>
          <p:nvPr/>
        </p:nvPicPr>
        <p:blipFill>
          <a:blip r:embed="rId6"/>
          <a:stretch>
            <a:fillRect/>
          </a:stretch>
        </p:blipFill>
        <p:spPr>
          <a:xfrm>
            <a:off x="676738" y="2024177"/>
            <a:ext cx="5547585" cy="3513470"/>
          </a:xfrm>
          <a:prstGeom prst="rect">
            <a:avLst/>
          </a:prstGeom>
        </p:spPr>
      </p:pic>
    </p:spTree>
    <p:extLst>
      <p:ext uri="{BB962C8B-B14F-4D97-AF65-F5344CB8AC3E}">
        <p14:creationId xmlns:p14="http://schemas.microsoft.com/office/powerpoint/2010/main" val="1685859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5D2BE-8320-7200-A48C-0BA2E04E7E05}"/>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EFE805A3-A1C2-8ECB-FBE6-AA87ED418505}"/>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120AC805-7CC2-2116-FD54-8D8E81863D6E}"/>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Johannes Zahn: 1685 Cámara oscura reflejada</a:t>
            </a:r>
          </a:p>
        </p:txBody>
      </p:sp>
      <p:sp>
        <p:nvSpPr>
          <p:cNvPr id="10" name="Título 1">
            <a:extLst>
              <a:ext uri="{FF2B5EF4-FFF2-40B4-BE49-F238E27FC236}">
                <a16:creationId xmlns:a16="http://schemas.microsoft.com/office/drawing/2014/main" id="{BAE2E843-1BC9-B9F3-C160-ADDB1469A022}"/>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94E7456A-E834-A873-89D5-F62525E3FEC5}"/>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5" name="Picture 4" descr="CAM_OBS_ZAHN_1685.GIF">
            <a:extLst>
              <a:ext uri="{FF2B5EF4-FFF2-40B4-BE49-F238E27FC236}">
                <a16:creationId xmlns:a16="http://schemas.microsoft.com/office/drawing/2014/main" id="{420E7472-88A2-D843-31C4-5B3DF4A89AEA}"/>
              </a:ext>
            </a:extLst>
          </p:cNvPr>
          <p:cNvPicPr>
            <a:picLocks noChangeAspect="1" noChangeArrowheads="1"/>
          </p:cNvPicPr>
          <p:nvPr/>
        </p:nvPicPr>
        <p:blipFill>
          <a:blip r:embed="rId4"/>
          <a:srcRect/>
          <a:stretch>
            <a:fillRect/>
          </a:stretch>
        </p:blipFill>
        <p:spPr bwMode="auto">
          <a:xfrm>
            <a:off x="2906184" y="2033049"/>
            <a:ext cx="5792788" cy="3448050"/>
          </a:xfrm>
          <a:prstGeom prst="rect">
            <a:avLst/>
          </a:prstGeom>
          <a:noFill/>
        </p:spPr>
      </p:pic>
      <p:sp>
        <p:nvSpPr>
          <p:cNvPr id="8" name="TextBox 1">
            <a:extLst>
              <a:ext uri="{FF2B5EF4-FFF2-40B4-BE49-F238E27FC236}">
                <a16:creationId xmlns:a16="http://schemas.microsoft.com/office/drawing/2014/main" id="{AB0BEFA3-F911-4998-3679-DEA1A93DABD6}"/>
              </a:ext>
            </a:extLst>
          </p:cNvPr>
          <p:cNvSpPr txBox="1"/>
          <p:nvPr/>
        </p:nvSpPr>
        <p:spPr>
          <a:xfrm>
            <a:off x="417289" y="6222613"/>
            <a:ext cx="3396783" cy="276999"/>
          </a:xfrm>
          <a:prstGeom prst="rect">
            <a:avLst/>
          </a:prstGeom>
          <a:noFill/>
        </p:spPr>
        <p:txBody>
          <a:bodyPr wrap="none" rtlCol="0">
            <a:spAutoFit/>
          </a:bodyPr>
          <a:lstStyle/>
          <a:p>
            <a:r>
              <a:rPr lang="en-US" sz="1200" dirty="0">
                <a:latin typeface="Trebuchet MS"/>
                <a:cs typeface="Trebuchet MS"/>
                <a:hlinkClick r:id="rId5"/>
              </a:rPr>
              <a:t>http://www.lookandlearn.com/history-images</a:t>
            </a:r>
            <a:r>
              <a:rPr lang="en-US" sz="1200" dirty="0">
                <a:latin typeface="Trebuchet MS"/>
                <a:cs typeface="Trebuchet MS"/>
              </a:rPr>
              <a:t> </a:t>
            </a:r>
          </a:p>
        </p:txBody>
      </p:sp>
    </p:spTree>
    <p:extLst>
      <p:ext uri="{BB962C8B-B14F-4D97-AF65-F5344CB8AC3E}">
        <p14:creationId xmlns:p14="http://schemas.microsoft.com/office/powerpoint/2010/main" val="2802385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2A48C-B3CB-4856-AB96-8412A0D33767}"/>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5CCA86AD-AF8C-7344-5303-DFA09D7499C6}"/>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43AD566E-41A3-917C-D00B-6E65E91BF0C0}"/>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Joahannes</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Veermer</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1632-1675: Lección de música</a:t>
            </a:r>
          </a:p>
        </p:txBody>
      </p:sp>
      <p:sp>
        <p:nvSpPr>
          <p:cNvPr id="10" name="Título 1">
            <a:extLst>
              <a:ext uri="{FF2B5EF4-FFF2-40B4-BE49-F238E27FC236}">
                <a16:creationId xmlns:a16="http://schemas.microsoft.com/office/drawing/2014/main" id="{539EF485-C2E7-8095-5F0A-30067B295C7F}"/>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016E2360-E8D9-2383-0BD1-CAC1C1844B61}"/>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3" name="Picture 18" descr="music_lesson">
            <a:extLst>
              <a:ext uri="{FF2B5EF4-FFF2-40B4-BE49-F238E27FC236}">
                <a16:creationId xmlns:a16="http://schemas.microsoft.com/office/drawing/2014/main" id="{501AA13E-485B-5251-AD1A-DD3F80243689}"/>
              </a:ext>
            </a:extLst>
          </p:cNvPr>
          <p:cNvPicPr>
            <a:picLocks noChangeAspect="1" noChangeArrowheads="1"/>
          </p:cNvPicPr>
          <p:nvPr/>
        </p:nvPicPr>
        <p:blipFill>
          <a:blip r:embed="rId4"/>
          <a:srcRect/>
          <a:stretch>
            <a:fillRect/>
          </a:stretch>
        </p:blipFill>
        <p:spPr bwMode="auto">
          <a:xfrm>
            <a:off x="3870301" y="1510642"/>
            <a:ext cx="4156075" cy="4821237"/>
          </a:xfrm>
          <a:prstGeom prst="rect">
            <a:avLst/>
          </a:prstGeom>
          <a:noFill/>
        </p:spPr>
      </p:pic>
    </p:spTree>
    <p:extLst>
      <p:ext uri="{BB962C8B-B14F-4D97-AF65-F5344CB8AC3E}">
        <p14:creationId xmlns:p14="http://schemas.microsoft.com/office/powerpoint/2010/main" val="1368766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C7B49-18B7-0C41-78BC-5DA53287BCC8}"/>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620CA5AF-C100-C584-0FB7-337FF83B9B9B}"/>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EE18E0DF-13CB-8AAB-A27D-00E343168743}"/>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Joahannes</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Veermer</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1632-1675: Lección de música</a:t>
            </a:r>
          </a:p>
        </p:txBody>
      </p:sp>
      <p:sp>
        <p:nvSpPr>
          <p:cNvPr id="10" name="Título 1">
            <a:extLst>
              <a:ext uri="{FF2B5EF4-FFF2-40B4-BE49-F238E27FC236}">
                <a16:creationId xmlns:a16="http://schemas.microsoft.com/office/drawing/2014/main" id="{8E120E49-C2A4-1EF8-B876-02467B6577B6}"/>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D1C916BE-E0B8-4E3E-17A7-BECAA0FFC109}"/>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5" name="Picture 6" descr="distance_point">
            <a:extLst>
              <a:ext uri="{FF2B5EF4-FFF2-40B4-BE49-F238E27FC236}">
                <a16:creationId xmlns:a16="http://schemas.microsoft.com/office/drawing/2014/main" id="{123C7ABC-7AE0-302C-2ACC-5C71BF15C57D}"/>
              </a:ext>
            </a:extLst>
          </p:cNvPr>
          <p:cNvPicPr>
            <a:picLocks noChangeAspect="1" noChangeArrowheads="1"/>
          </p:cNvPicPr>
          <p:nvPr/>
        </p:nvPicPr>
        <p:blipFill>
          <a:blip r:embed="rId4"/>
          <a:srcRect/>
          <a:stretch>
            <a:fillRect/>
          </a:stretch>
        </p:blipFill>
        <p:spPr bwMode="auto">
          <a:xfrm>
            <a:off x="1570111" y="1899289"/>
            <a:ext cx="8805412" cy="4267804"/>
          </a:xfrm>
          <a:prstGeom prst="rect">
            <a:avLst/>
          </a:prstGeom>
          <a:noFill/>
        </p:spPr>
      </p:pic>
    </p:spTree>
    <p:extLst>
      <p:ext uri="{BB962C8B-B14F-4D97-AF65-F5344CB8AC3E}">
        <p14:creationId xmlns:p14="http://schemas.microsoft.com/office/powerpoint/2010/main" val="3356919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8CB75-F005-EDC4-3723-ED022E1E828C}"/>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57CFF553-8940-9A39-8663-F7FA496088AB}"/>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49768AC0-F01B-79FD-6D20-D41161D533B0}"/>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Joahannes</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Veermer</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1632-1675: Lección de música</a:t>
            </a:r>
          </a:p>
        </p:txBody>
      </p:sp>
      <p:sp>
        <p:nvSpPr>
          <p:cNvPr id="10" name="Título 1">
            <a:extLst>
              <a:ext uri="{FF2B5EF4-FFF2-40B4-BE49-F238E27FC236}">
                <a16:creationId xmlns:a16="http://schemas.microsoft.com/office/drawing/2014/main" id="{B53D11D2-2EFD-3674-C9FF-032E49099AC9}"/>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88E8185F-4DAC-C624-18D6-664CFE9A7B96}"/>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5" name="Picture 6" descr="distance_point">
            <a:extLst>
              <a:ext uri="{FF2B5EF4-FFF2-40B4-BE49-F238E27FC236}">
                <a16:creationId xmlns:a16="http://schemas.microsoft.com/office/drawing/2014/main" id="{892CACB1-5244-CCB6-1249-FAFA1D156019}"/>
              </a:ext>
            </a:extLst>
          </p:cNvPr>
          <p:cNvPicPr>
            <a:picLocks noChangeAspect="1" noChangeArrowheads="1"/>
          </p:cNvPicPr>
          <p:nvPr/>
        </p:nvPicPr>
        <p:blipFill>
          <a:blip r:embed="rId4"/>
          <a:srcRect/>
          <a:stretch>
            <a:fillRect/>
          </a:stretch>
        </p:blipFill>
        <p:spPr bwMode="auto">
          <a:xfrm>
            <a:off x="1570111" y="1899289"/>
            <a:ext cx="8805412" cy="4267804"/>
          </a:xfrm>
          <a:prstGeom prst="rect">
            <a:avLst/>
          </a:prstGeom>
          <a:noFill/>
        </p:spPr>
      </p:pic>
      <p:pic>
        <p:nvPicPr>
          <p:cNvPr id="3" name="Picture 6" descr="Model of Vermeer's Studio">
            <a:extLst>
              <a:ext uri="{FF2B5EF4-FFF2-40B4-BE49-F238E27FC236}">
                <a16:creationId xmlns:a16="http://schemas.microsoft.com/office/drawing/2014/main" id="{1219BEA5-CE58-E70F-9296-9D6508B4DA0C}"/>
              </a:ext>
            </a:extLst>
          </p:cNvPr>
          <p:cNvPicPr>
            <a:picLocks noChangeAspect="1" noChangeArrowheads="1"/>
          </p:cNvPicPr>
          <p:nvPr/>
        </p:nvPicPr>
        <p:blipFill>
          <a:blip r:embed="rId5"/>
          <a:srcRect/>
          <a:stretch>
            <a:fillRect/>
          </a:stretch>
        </p:blipFill>
        <p:spPr bwMode="auto">
          <a:xfrm>
            <a:off x="6867373" y="2110734"/>
            <a:ext cx="3810000" cy="3771900"/>
          </a:xfrm>
          <a:prstGeom prst="rect">
            <a:avLst/>
          </a:prstGeom>
          <a:noFill/>
        </p:spPr>
      </p:pic>
    </p:spTree>
    <p:extLst>
      <p:ext uri="{BB962C8B-B14F-4D97-AF65-F5344CB8AC3E}">
        <p14:creationId xmlns:p14="http://schemas.microsoft.com/office/powerpoint/2010/main" val="773343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E620C-08FD-04DF-A0A7-1839D9CC82E2}"/>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9C0726BB-703C-0B7F-E543-BEAF7529A0CB}"/>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CDD8C6F7-8B32-2937-92A1-7A465D544BA7}"/>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Joahannes</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Veermer</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1632-1675: Lección de música</a:t>
            </a:r>
          </a:p>
        </p:txBody>
      </p:sp>
      <p:sp>
        <p:nvSpPr>
          <p:cNvPr id="10" name="Título 1">
            <a:extLst>
              <a:ext uri="{FF2B5EF4-FFF2-40B4-BE49-F238E27FC236}">
                <a16:creationId xmlns:a16="http://schemas.microsoft.com/office/drawing/2014/main" id="{BD05511C-DB9C-1E84-7AA7-08D31617D4A7}"/>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3BA08161-C7A4-D05A-93F3-E0FCBCC149CD}"/>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6" name="Picture 6" descr="Model of Vermeer's Studio">
            <a:extLst>
              <a:ext uri="{FF2B5EF4-FFF2-40B4-BE49-F238E27FC236}">
                <a16:creationId xmlns:a16="http://schemas.microsoft.com/office/drawing/2014/main" id="{F7695894-7836-7B1E-1C3A-9F85E5F8FEDE}"/>
              </a:ext>
            </a:extLst>
          </p:cNvPr>
          <p:cNvPicPr>
            <a:picLocks noChangeAspect="1" noChangeArrowheads="1"/>
          </p:cNvPicPr>
          <p:nvPr/>
        </p:nvPicPr>
        <p:blipFill>
          <a:blip r:embed="rId4"/>
          <a:srcRect/>
          <a:stretch>
            <a:fillRect/>
          </a:stretch>
        </p:blipFill>
        <p:spPr bwMode="auto">
          <a:xfrm>
            <a:off x="1536766" y="1510642"/>
            <a:ext cx="3975100" cy="4810125"/>
          </a:xfrm>
          <a:prstGeom prst="rect">
            <a:avLst/>
          </a:prstGeom>
          <a:noFill/>
        </p:spPr>
      </p:pic>
      <p:pic>
        <p:nvPicPr>
          <p:cNvPr id="8" name="Picture 7" descr="music_lesson">
            <a:extLst>
              <a:ext uri="{FF2B5EF4-FFF2-40B4-BE49-F238E27FC236}">
                <a16:creationId xmlns:a16="http://schemas.microsoft.com/office/drawing/2014/main" id="{5061547D-9AB7-0684-6EC1-31EDD939DB42}"/>
              </a:ext>
            </a:extLst>
          </p:cNvPr>
          <p:cNvPicPr>
            <a:picLocks noChangeAspect="1" noChangeArrowheads="1"/>
          </p:cNvPicPr>
          <p:nvPr/>
        </p:nvPicPr>
        <p:blipFill>
          <a:blip r:embed="rId5"/>
          <a:srcRect/>
          <a:stretch>
            <a:fillRect/>
          </a:stretch>
        </p:blipFill>
        <p:spPr bwMode="auto">
          <a:xfrm>
            <a:off x="5870641" y="1512230"/>
            <a:ext cx="4156075" cy="4821237"/>
          </a:xfrm>
          <a:prstGeom prst="rect">
            <a:avLst/>
          </a:prstGeom>
          <a:noFill/>
        </p:spPr>
      </p:pic>
    </p:spTree>
    <p:extLst>
      <p:ext uri="{BB962C8B-B14F-4D97-AF65-F5344CB8AC3E}">
        <p14:creationId xmlns:p14="http://schemas.microsoft.com/office/powerpoint/2010/main" val="2875946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FE98-077D-CAB4-9258-E17E22E53B55}"/>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6771A0FD-7DCD-B2E7-C084-81E55970F4C8}"/>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121E0D5B-7683-4538-C029-5DC9B01EDEE7}"/>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Nicéphore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Niépce</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Francia 1826</a:t>
            </a:r>
          </a:p>
        </p:txBody>
      </p:sp>
      <p:sp>
        <p:nvSpPr>
          <p:cNvPr id="10" name="Título 1">
            <a:extLst>
              <a:ext uri="{FF2B5EF4-FFF2-40B4-BE49-F238E27FC236}">
                <a16:creationId xmlns:a16="http://schemas.microsoft.com/office/drawing/2014/main" id="{7C689D48-9BBF-582F-B7ED-7A81BCB59802}"/>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830B9017-5100-C6A1-F004-F25AC704495F}"/>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3" name="Picture 6" descr="Imagen:View from the Window at Le Gras, Joseph Nicéphore Niépce, uncompressed UMN source.png">
            <a:hlinkClick r:id="rId4"/>
            <a:extLst>
              <a:ext uri="{FF2B5EF4-FFF2-40B4-BE49-F238E27FC236}">
                <a16:creationId xmlns:a16="http://schemas.microsoft.com/office/drawing/2014/main" id="{280C748B-CEBB-89FF-6FDD-2B7C90DB0153}"/>
              </a:ext>
            </a:extLst>
          </p:cNvPr>
          <p:cNvPicPr>
            <a:picLocks noChangeAspect="1" noChangeArrowheads="1"/>
          </p:cNvPicPr>
          <p:nvPr/>
        </p:nvPicPr>
        <p:blipFill>
          <a:blip r:embed="rId5"/>
          <a:srcRect/>
          <a:stretch>
            <a:fillRect/>
          </a:stretch>
        </p:blipFill>
        <p:spPr bwMode="auto">
          <a:xfrm>
            <a:off x="2523066" y="1330285"/>
            <a:ext cx="6578600" cy="4572000"/>
          </a:xfrm>
          <a:prstGeom prst="rect">
            <a:avLst/>
          </a:prstGeom>
          <a:noFill/>
        </p:spPr>
      </p:pic>
      <p:sp>
        <p:nvSpPr>
          <p:cNvPr id="7" name="CuadroTexto 6">
            <a:extLst>
              <a:ext uri="{FF2B5EF4-FFF2-40B4-BE49-F238E27FC236}">
                <a16:creationId xmlns:a16="http://schemas.microsoft.com/office/drawing/2014/main" id="{8799BA97-B275-5E5B-C42A-8919ACCCC2A6}"/>
              </a:ext>
            </a:extLst>
          </p:cNvPr>
          <p:cNvSpPr txBox="1"/>
          <p:nvPr/>
        </p:nvSpPr>
        <p:spPr>
          <a:xfrm>
            <a:off x="4559300" y="5947856"/>
            <a:ext cx="6096000" cy="646331"/>
          </a:xfrm>
          <a:prstGeom prst="rect">
            <a:avLst/>
          </a:prstGeom>
          <a:noFill/>
        </p:spPr>
        <p:txBody>
          <a:bodyPr wrap="square">
            <a:spAutoFit/>
          </a:bodyPr>
          <a:lstStyle/>
          <a:p>
            <a:r>
              <a:rPr lang="es-CL" dirty="0"/>
              <a:t>La primera fotografía: Vista desde la ventana en Le Gras (Saint-Loup-de-Varennes, Francia)</a:t>
            </a:r>
          </a:p>
        </p:txBody>
      </p:sp>
      <p:sp>
        <p:nvSpPr>
          <p:cNvPr id="13" name="TextBox 4">
            <a:extLst>
              <a:ext uri="{FF2B5EF4-FFF2-40B4-BE49-F238E27FC236}">
                <a16:creationId xmlns:a16="http://schemas.microsoft.com/office/drawing/2014/main" id="{E9701C79-1022-6695-4EC8-3E4DAC96AC2A}"/>
              </a:ext>
            </a:extLst>
          </p:cNvPr>
          <p:cNvSpPr txBox="1"/>
          <p:nvPr/>
        </p:nvSpPr>
        <p:spPr>
          <a:xfrm>
            <a:off x="302002" y="6277320"/>
            <a:ext cx="3954929" cy="276999"/>
          </a:xfrm>
          <a:prstGeom prst="rect">
            <a:avLst/>
          </a:prstGeom>
          <a:noFill/>
        </p:spPr>
        <p:txBody>
          <a:bodyPr wrap="none" rtlCol="0">
            <a:spAutoFit/>
          </a:bodyPr>
          <a:lstStyle/>
          <a:p>
            <a:r>
              <a:rPr lang="en-US" sz="1200" dirty="0">
                <a:latin typeface="Trebuchet MS"/>
                <a:cs typeface="Trebuchet MS"/>
                <a:hlinkClick r:id="rId6"/>
              </a:rPr>
              <a:t>http://en.wikipedia.org/wiki/History_of_photography</a:t>
            </a:r>
            <a:r>
              <a:rPr lang="en-US" sz="1200" dirty="0">
                <a:latin typeface="Trebuchet MS"/>
                <a:cs typeface="Trebuchet MS"/>
              </a:rPr>
              <a:t> </a:t>
            </a:r>
          </a:p>
        </p:txBody>
      </p:sp>
    </p:spTree>
    <p:extLst>
      <p:ext uri="{BB962C8B-B14F-4D97-AF65-F5344CB8AC3E}">
        <p14:creationId xmlns:p14="http://schemas.microsoft.com/office/powerpoint/2010/main" val="2892918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9FCD7-9875-09CF-A1AE-F96DBD0E6A0D}"/>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BBBC330B-D674-40B0-3148-3F282106B251}"/>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9930953C-AD4B-38DC-5AE2-3E6254F03C2B}"/>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Thomas </a:t>
            </a:r>
            <a:r>
              <a:rPr lang="es-CL" dirty="0" err="1">
                <a:solidFill>
                  <a:schemeClr val="bg1"/>
                </a:solidFill>
                <a:latin typeface="Calibri Light" panose="020F0302020204030204" pitchFamily="34" charset="0"/>
                <a:ea typeface="Cambria" panose="02040503050406030204" pitchFamily="18" charset="0"/>
                <a:cs typeface="Calibri Light" panose="020F0302020204030204" pitchFamily="34" charset="0"/>
              </a:rPr>
              <a:t>Suton</a:t>
            </a: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 Inglaterra, 1861</a:t>
            </a:r>
          </a:p>
        </p:txBody>
      </p:sp>
      <p:sp>
        <p:nvSpPr>
          <p:cNvPr id="10" name="Título 1">
            <a:extLst>
              <a:ext uri="{FF2B5EF4-FFF2-40B4-BE49-F238E27FC236}">
                <a16:creationId xmlns:a16="http://schemas.microsoft.com/office/drawing/2014/main" id="{7DDC6B55-7378-55C8-A56D-6A0C4734DBD8}"/>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0AA359CB-F148-6EFC-6B8A-462AF6B11E03}"/>
              </a:ext>
            </a:extLst>
          </p:cNvPr>
          <p:cNvPicPr>
            <a:picLocks noChangeAspect="1"/>
          </p:cNvPicPr>
          <p:nvPr/>
        </p:nvPicPr>
        <p:blipFill>
          <a:blip r:embed="rId3"/>
          <a:stretch>
            <a:fillRect/>
          </a:stretch>
        </p:blipFill>
        <p:spPr>
          <a:xfrm>
            <a:off x="10375523" y="394074"/>
            <a:ext cx="1151092" cy="973350"/>
          </a:xfrm>
          <a:prstGeom prst="rect">
            <a:avLst/>
          </a:prstGeom>
        </p:spPr>
      </p:pic>
      <p:sp>
        <p:nvSpPr>
          <p:cNvPr id="7" name="CuadroTexto 6">
            <a:extLst>
              <a:ext uri="{FF2B5EF4-FFF2-40B4-BE49-F238E27FC236}">
                <a16:creationId xmlns:a16="http://schemas.microsoft.com/office/drawing/2014/main" id="{174F66AA-5E5C-CB1A-C5F0-39B498164512}"/>
              </a:ext>
            </a:extLst>
          </p:cNvPr>
          <p:cNvSpPr txBox="1"/>
          <p:nvPr/>
        </p:nvSpPr>
        <p:spPr>
          <a:xfrm>
            <a:off x="4559300" y="5947856"/>
            <a:ext cx="6096000" cy="646331"/>
          </a:xfrm>
          <a:prstGeom prst="rect">
            <a:avLst/>
          </a:prstGeom>
          <a:noFill/>
        </p:spPr>
        <p:txBody>
          <a:bodyPr wrap="square">
            <a:spAutoFit/>
          </a:bodyPr>
          <a:lstStyle/>
          <a:p>
            <a:r>
              <a:rPr lang="es-ES" dirty="0"/>
              <a:t>Primera fotografía (cinta de tela escocesa) a color tomada con una cámara réflex</a:t>
            </a:r>
            <a:endParaRPr lang="es-CL" dirty="0"/>
          </a:p>
        </p:txBody>
      </p:sp>
      <p:pic>
        <p:nvPicPr>
          <p:cNvPr id="5" name="Picture 6" descr="Image:Tartan Ribbon.jpg">
            <a:hlinkClick r:id="rId4"/>
            <a:extLst>
              <a:ext uri="{FF2B5EF4-FFF2-40B4-BE49-F238E27FC236}">
                <a16:creationId xmlns:a16="http://schemas.microsoft.com/office/drawing/2014/main" id="{7335B0EC-5E0F-4A62-8D2E-B85861D4B54E}"/>
              </a:ext>
            </a:extLst>
          </p:cNvPr>
          <p:cNvPicPr>
            <a:picLocks noChangeAspect="1" noChangeArrowheads="1"/>
          </p:cNvPicPr>
          <p:nvPr/>
        </p:nvPicPr>
        <p:blipFill>
          <a:blip r:embed="rId5"/>
          <a:srcRect/>
          <a:stretch>
            <a:fillRect/>
          </a:stretch>
        </p:blipFill>
        <p:spPr bwMode="auto">
          <a:xfrm>
            <a:off x="2943755" y="1334747"/>
            <a:ext cx="5572125" cy="4560888"/>
          </a:xfrm>
          <a:prstGeom prst="rect">
            <a:avLst/>
          </a:prstGeom>
          <a:noFill/>
        </p:spPr>
      </p:pic>
      <p:sp>
        <p:nvSpPr>
          <p:cNvPr id="8" name="TextBox 4">
            <a:extLst>
              <a:ext uri="{FF2B5EF4-FFF2-40B4-BE49-F238E27FC236}">
                <a16:creationId xmlns:a16="http://schemas.microsoft.com/office/drawing/2014/main" id="{DB8EB189-461B-24D4-6AB1-E2FC4E23B480}"/>
              </a:ext>
            </a:extLst>
          </p:cNvPr>
          <p:cNvSpPr txBox="1"/>
          <p:nvPr/>
        </p:nvSpPr>
        <p:spPr>
          <a:xfrm>
            <a:off x="345244" y="6317188"/>
            <a:ext cx="3954929" cy="276999"/>
          </a:xfrm>
          <a:prstGeom prst="rect">
            <a:avLst/>
          </a:prstGeom>
          <a:noFill/>
        </p:spPr>
        <p:txBody>
          <a:bodyPr wrap="none" rtlCol="0">
            <a:spAutoFit/>
          </a:bodyPr>
          <a:lstStyle/>
          <a:p>
            <a:r>
              <a:rPr lang="en-US" sz="1200" dirty="0">
                <a:latin typeface="Trebuchet MS"/>
                <a:cs typeface="Trebuchet MS"/>
                <a:hlinkClick r:id="rId6"/>
              </a:rPr>
              <a:t>http://en.wikipedia.org/wiki/History_of_photography</a:t>
            </a:r>
            <a:r>
              <a:rPr lang="en-US" sz="1200" dirty="0">
                <a:latin typeface="Trebuchet MS"/>
                <a:cs typeface="Trebuchet MS"/>
              </a:rPr>
              <a:t> </a:t>
            </a:r>
          </a:p>
        </p:txBody>
      </p:sp>
    </p:spTree>
    <p:extLst>
      <p:ext uri="{BB962C8B-B14F-4D97-AF65-F5344CB8AC3E}">
        <p14:creationId xmlns:p14="http://schemas.microsoft.com/office/powerpoint/2010/main" val="1516765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762DE-DE89-9A23-96DF-0C445696970B}"/>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A5667FF5-E634-0263-BC0B-06964CCB00E5}"/>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961974A4-0AE0-064E-18AE-B8A5607E76A5}"/>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1975, Steven Sasson, el inventor de la primera cámara digital</a:t>
            </a:r>
          </a:p>
        </p:txBody>
      </p:sp>
      <p:sp>
        <p:nvSpPr>
          <p:cNvPr id="10" name="Título 1">
            <a:extLst>
              <a:ext uri="{FF2B5EF4-FFF2-40B4-BE49-F238E27FC236}">
                <a16:creationId xmlns:a16="http://schemas.microsoft.com/office/drawing/2014/main" id="{3A402C33-4695-0DAD-1D8A-7967C8B1858A}"/>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5B071686-6DB8-CDF5-AD45-315F2C543143}"/>
              </a:ext>
            </a:extLst>
          </p:cNvPr>
          <p:cNvPicPr>
            <a:picLocks noChangeAspect="1"/>
          </p:cNvPicPr>
          <p:nvPr/>
        </p:nvPicPr>
        <p:blipFill>
          <a:blip r:embed="rId3"/>
          <a:stretch>
            <a:fillRect/>
          </a:stretch>
        </p:blipFill>
        <p:spPr>
          <a:xfrm>
            <a:off x="10375523" y="394074"/>
            <a:ext cx="1151092" cy="973350"/>
          </a:xfrm>
          <a:prstGeom prst="rect">
            <a:avLst/>
          </a:prstGeom>
        </p:spPr>
      </p:pic>
      <p:sp>
        <p:nvSpPr>
          <p:cNvPr id="7" name="CuadroTexto 6">
            <a:extLst>
              <a:ext uri="{FF2B5EF4-FFF2-40B4-BE49-F238E27FC236}">
                <a16:creationId xmlns:a16="http://schemas.microsoft.com/office/drawing/2014/main" id="{7AB9E607-FA84-26A6-97D8-0F355F52A907}"/>
              </a:ext>
            </a:extLst>
          </p:cNvPr>
          <p:cNvSpPr txBox="1"/>
          <p:nvPr/>
        </p:nvSpPr>
        <p:spPr>
          <a:xfrm>
            <a:off x="4170948" y="2024177"/>
            <a:ext cx="6096000" cy="2862322"/>
          </a:xfrm>
          <a:prstGeom prst="rect">
            <a:avLst/>
          </a:prstGeom>
          <a:noFill/>
        </p:spPr>
        <p:txBody>
          <a:bodyPr wrap="square">
            <a:spAutoFit/>
          </a:bodyPr>
          <a:lstStyle/>
          <a:p>
            <a:pPr marL="285750" indent="-285750">
              <a:buFont typeface="Arial" panose="020B0604020202020204" pitchFamily="34" charset="0"/>
              <a:buChar char="•"/>
            </a:pPr>
            <a:r>
              <a:rPr lang="es-CL" dirty="0"/>
              <a:t>Pesaba 8 libras (3,6 kg).</a:t>
            </a:r>
          </a:p>
          <a:p>
            <a:endParaRPr lang="es-CL" dirty="0"/>
          </a:p>
          <a:p>
            <a:pPr marL="285750" indent="-285750">
              <a:buFont typeface="Arial" panose="020B0604020202020204" pitchFamily="34" charset="0"/>
              <a:buChar char="•"/>
            </a:pPr>
            <a:r>
              <a:rPr lang="es-CL" dirty="0"/>
              <a:t>Tenía solo 100 x 100 píxeles, es decir, 0,01 megapíxeles.</a:t>
            </a:r>
          </a:p>
          <a:p>
            <a:br>
              <a:rPr lang="es-CL" dirty="0"/>
            </a:br>
            <a:endParaRPr lang="es-CL" dirty="0"/>
          </a:p>
          <a:p>
            <a:pPr marL="285750" indent="-285750">
              <a:buFont typeface="Arial" panose="020B0604020202020204" pitchFamily="34" charset="0"/>
              <a:buChar char="•"/>
            </a:pPr>
            <a:r>
              <a:rPr lang="es-CL" dirty="0"/>
              <a:t>La imagen se grababa en una cinta de casete y este proceso duraba 23 segundos.</a:t>
            </a:r>
          </a:p>
          <a:p>
            <a:br>
              <a:rPr lang="es-CL" dirty="0"/>
            </a:br>
            <a:endParaRPr lang="es-CL" dirty="0"/>
          </a:p>
          <a:p>
            <a:pPr marL="285750" indent="-285750">
              <a:buFont typeface="Arial" panose="020B0604020202020204" pitchFamily="34" charset="0"/>
              <a:buChar char="•"/>
            </a:pPr>
            <a:r>
              <a:rPr lang="es-CL" dirty="0"/>
              <a:t>Tomaba imágenes en blanco y negro.</a:t>
            </a:r>
            <a:endParaRPr lang="es-CL" dirty="0">
              <a:effectLst/>
            </a:endParaRPr>
          </a:p>
        </p:txBody>
      </p:sp>
      <p:sp>
        <p:nvSpPr>
          <p:cNvPr id="8" name="TextBox 4">
            <a:extLst>
              <a:ext uri="{FF2B5EF4-FFF2-40B4-BE49-F238E27FC236}">
                <a16:creationId xmlns:a16="http://schemas.microsoft.com/office/drawing/2014/main" id="{098CA4E0-83B3-1D94-A1BB-009C5ED8B5C0}"/>
              </a:ext>
            </a:extLst>
          </p:cNvPr>
          <p:cNvSpPr txBox="1"/>
          <p:nvPr/>
        </p:nvSpPr>
        <p:spPr>
          <a:xfrm>
            <a:off x="345244" y="6317188"/>
            <a:ext cx="3954929" cy="276999"/>
          </a:xfrm>
          <a:prstGeom prst="rect">
            <a:avLst/>
          </a:prstGeom>
          <a:noFill/>
        </p:spPr>
        <p:txBody>
          <a:bodyPr wrap="none" rtlCol="0">
            <a:spAutoFit/>
          </a:bodyPr>
          <a:lstStyle/>
          <a:p>
            <a:r>
              <a:rPr lang="en-US" sz="1200" dirty="0">
                <a:latin typeface="Trebuchet MS"/>
                <a:cs typeface="Trebuchet MS"/>
                <a:hlinkClick r:id="rId4"/>
              </a:rPr>
              <a:t>http://en.wikipedia.org/wiki/History_of_photography</a:t>
            </a:r>
            <a:r>
              <a:rPr lang="en-US" sz="1200" dirty="0">
                <a:latin typeface="Trebuchet MS"/>
                <a:cs typeface="Trebuchet MS"/>
              </a:rPr>
              <a:t> </a:t>
            </a:r>
          </a:p>
        </p:txBody>
      </p:sp>
      <p:pic>
        <p:nvPicPr>
          <p:cNvPr id="3" name="Picture 6">
            <a:extLst>
              <a:ext uri="{FF2B5EF4-FFF2-40B4-BE49-F238E27FC236}">
                <a16:creationId xmlns:a16="http://schemas.microsoft.com/office/drawing/2014/main" id="{6ABCBEC3-F9CD-9AF1-B917-EAF8A5140749}"/>
              </a:ext>
            </a:extLst>
          </p:cNvPr>
          <p:cNvPicPr>
            <a:picLocks noChangeAspect="1"/>
          </p:cNvPicPr>
          <p:nvPr/>
        </p:nvPicPr>
        <p:blipFill>
          <a:blip r:embed="rId5"/>
          <a:stretch>
            <a:fillRect/>
          </a:stretch>
        </p:blipFill>
        <p:spPr>
          <a:xfrm>
            <a:off x="685237" y="1374064"/>
            <a:ext cx="2860887" cy="4476670"/>
          </a:xfrm>
          <a:prstGeom prst="rect">
            <a:avLst/>
          </a:prstGeom>
        </p:spPr>
      </p:pic>
    </p:spTree>
    <p:extLst>
      <p:ext uri="{BB962C8B-B14F-4D97-AF65-F5344CB8AC3E}">
        <p14:creationId xmlns:p14="http://schemas.microsoft.com/office/powerpoint/2010/main" val="7757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B75E8-CEDB-37EA-2C0D-EEF260E7E3BA}"/>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48AD852E-F3EE-EF27-188E-87368ADAB10E}"/>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43CCCA13-2ADE-EEEC-25BA-079D2A081548}"/>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Software de Procesamiento de imágenes 1974, 512 x 521 píxeles</a:t>
            </a:r>
          </a:p>
        </p:txBody>
      </p:sp>
      <p:sp>
        <p:nvSpPr>
          <p:cNvPr id="10" name="Título 1">
            <a:extLst>
              <a:ext uri="{FF2B5EF4-FFF2-40B4-BE49-F238E27FC236}">
                <a16:creationId xmlns:a16="http://schemas.microsoft.com/office/drawing/2014/main" id="{71E18994-E90B-966E-5971-D38166508C2B}"/>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1EA4E647-1622-DFB3-EB8D-381FED26866F}"/>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5" name="Imagen 5">
            <a:extLst>
              <a:ext uri="{FF2B5EF4-FFF2-40B4-BE49-F238E27FC236}">
                <a16:creationId xmlns:a16="http://schemas.microsoft.com/office/drawing/2014/main" id="{F3A4505C-DCCD-1183-C410-FE96585EAAAE}"/>
              </a:ext>
            </a:extLst>
          </p:cNvPr>
          <p:cNvPicPr>
            <a:picLocks noChangeAspect="1"/>
          </p:cNvPicPr>
          <p:nvPr/>
        </p:nvPicPr>
        <p:blipFill>
          <a:blip r:embed="rId4"/>
          <a:srcRect/>
          <a:stretch>
            <a:fillRect/>
          </a:stretch>
        </p:blipFill>
        <p:spPr bwMode="auto">
          <a:xfrm>
            <a:off x="3742524" y="1367424"/>
            <a:ext cx="3954929" cy="5163093"/>
          </a:xfrm>
          <a:prstGeom prst="rect">
            <a:avLst/>
          </a:prstGeom>
          <a:noFill/>
          <a:ln w="9525">
            <a:noFill/>
            <a:miter lim="800000"/>
            <a:headEnd/>
            <a:tailEnd/>
          </a:ln>
        </p:spPr>
      </p:pic>
    </p:spTree>
    <p:extLst>
      <p:ext uri="{BB962C8B-B14F-4D97-AF65-F5344CB8AC3E}">
        <p14:creationId xmlns:p14="http://schemas.microsoft.com/office/powerpoint/2010/main" val="326717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B4BD1-4AE7-FFF5-DA55-F365174433A0}"/>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30813CCC-9529-9096-01ED-9AC512C30A3B}"/>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762CB249-A0D3-B22E-E0C8-431508F3A45D}"/>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Ahora</a:t>
            </a:r>
          </a:p>
        </p:txBody>
      </p:sp>
      <p:sp>
        <p:nvSpPr>
          <p:cNvPr id="10" name="Título 1">
            <a:extLst>
              <a:ext uri="{FF2B5EF4-FFF2-40B4-BE49-F238E27FC236}">
                <a16:creationId xmlns:a16="http://schemas.microsoft.com/office/drawing/2014/main" id="{9FB4805E-64D2-B8D9-2BD3-7C31F8FD8F18}"/>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3C8B1833-D494-254A-8608-117C98B4F26C}"/>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7" name="Imagen 6" descr="Fotografía digital: evolución e historia a través de 31 cámaras">
            <a:extLst>
              <a:ext uri="{FF2B5EF4-FFF2-40B4-BE49-F238E27FC236}">
                <a16:creationId xmlns:a16="http://schemas.microsoft.com/office/drawing/2014/main" id="{94F6FDDA-71C8-42B0-B6BF-C3127A750A4C}"/>
              </a:ext>
            </a:extLst>
          </p:cNvPr>
          <p:cNvPicPr>
            <a:picLocks noChangeAspect="1"/>
          </p:cNvPicPr>
          <p:nvPr/>
        </p:nvPicPr>
        <p:blipFill>
          <a:blip r:embed="rId4"/>
          <a:stretch>
            <a:fillRect/>
          </a:stretch>
        </p:blipFill>
        <p:spPr>
          <a:xfrm>
            <a:off x="982046" y="2028173"/>
            <a:ext cx="4286250" cy="4181475"/>
          </a:xfrm>
          <a:prstGeom prst="rect">
            <a:avLst/>
          </a:prstGeom>
        </p:spPr>
      </p:pic>
      <p:pic>
        <p:nvPicPr>
          <p:cNvPr id="8" name="Imagen 7" descr="APPLE Apple iPhone 18 Pro | Falabella Chile">
            <a:extLst>
              <a:ext uri="{FF2B5EF4-FFF2-40B4-BE49-F238E27FC236}">
                <a16:creationId xmlns:a16="http://schemas.microsoft.com/office/drawing/2014/main" id="{9309D05D-15C9-6E7F-6FC5-C965BDBBCB77}"/>
              </a:ext>
            </a:extLst>
          </p:cNvPr>
          <p:cNvPicPr>
            <a:picLocks noChangeAspect="1"/>
          </p:cNvPicPr>
          <p:nvPr/>
        </p:nvPicPr>
        <p:blipFill>
          <a:blip r:embed="rId5">
            <a:clrChange>
              <a:clrFrom>
                <a:srgbClr val="F6F6F8"/>
              </a:clrFrom>
              <a:clrTo>
                <a:srgbClr val="F6F6F8">
                  <a:alpha val="0"/>
                </a:srgbClr>
              </a:clrTo>
            </a:clrChange>
          </a:blip>
          <a:stretch>
            <a:fillRect/>
          </a:stretch>
        </p:blipFill>
        <p:spPr>
          <a:xfrm>
            <a:off x="5948339" y="2028173"/>
            <a:ext cx="4286250" cy="4286250"/>
          </a:xfrm>
          <a:prstGeom prst="rect">
            <a:avLst/>
          </a:prstGeom>
        </p:spPr>
      </p:pic>
    </p:spTree>
    <p:extLst>
      <p:ext uri="{BB962C8B-B14F-4D97-AF65-F5344CB8AC3E}">
        <p14:creationId xmlns:p14="http://schemas.microsoft.com/office/powerpoint/2010/main" val="2529780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950BD-6A89-123D-FC37-5FD9D2CB4390}"/>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AB89F1E1-BBE0-B69A-17C3-CD3C7AF4020A}"/>
              </a:ext>
            </a:extLst>
          </p:cNvPr>
          <p:cNvSpPr/>
          <p:nvPr/>
        </p:nvSpPr>
        <p:spPr>
          <a:xfrm>
            <a:off x="302002" y="907609"/>
            <a:ext cx="11544754" cy="569893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Cambria" panose="02040503050406030204" pitchFamily="18" charset="0"/>
              <a:ea typeface="Cambria" panose="02040503050406030204" pitchFamily="18" charset="0"/>
            </a:endParaRPr>
          </a:p>
        </p:txBody>
      </p:sp>
      <p:sp>
        <p:nvSpPr>
          <p:cNvPr id="4" name="Rectángulo 3">
            <a:extLst>
              <a:ext uri="{FF2B5EF4-FFF2-40B4-BE49-F238E27FC236}">
                <a16:creationId xmlns:a16="http://schemas.microsoft.com/office/drawing/2014/main" id="{7C7982C3-725B-9FF9-B448-27AA36B8CFA7}"/>
              </a:ext>
            </a:extLst>
          </p:cNvPr>
          <p:cNvSpPr/>
          <p:nvPr/>
        </p:nvSpPr>
        <p:spPr>
          <a:xfrm>
            <a:off x="2115681" y="648352"/>
            <a:ext cx="7665317" cy="520700"/>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332">
              <a:defRPr/>
            </a:pPr>
            <a:r>
              <a:rPr lang="es-CL" dirty="0">
                <a:solidFill>
                  <a:schemeClr val="bg1"/>
                </a:solidFill>
                <a:latin typeface="Calibri Light" panose="020F0302020204030204" pitchFamily="34" charset="0"/>
                <a:ea typeface="Cambria" panose="02040503050406030204" pitchFamily="18" charset="0"/>
                <a:cs typeface="Calibri Light" panose="020F0302020204030204" pitchFamily="34" charset="0"/>
              </a:rPr>
              <a:t>¡Ahora, vayamos a aprender en vivo!</a:t>
            </a:r>
          </a:p>
        </p:txBody>
      </p:sp>
      <p:sp>
        <p:nvSpPr>
          <p:cNvPr id="10" name="Título 1">
            <a:extLst>
              <a:ext uri="{FF2B5EF4-FFF2-40B4-BE49-F238E27FC236}">
                <a16:creationId xmlns:a16="http://schemas.microsoft.com/office/drawing/2014/main" id="{421BF6B8-D8E2-D679-DCCD-FCE9BB929C73}"/>
              </a:ext>
            </a:extLst>
          </p:cNvPr>
          <p:cNvSpPr txBox="1">
            <a:spLocks/>
          </p:cNvSpPr>
          <p:nvPr/>
        </p:nvSpPr>
        <p:spPr>
          <a:xfrm>
            <a:off x="10266948" y="-206018"/>
            <a:ext cx="1339576" cy="171666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solidFill>
                  <a:srgbClr val="FFFFFF"/>
                </a:solidFill>
                <a:latin typeface="Calibri"/>
                <a:ea typeface="Calibri"/>
                <a:cs typeface="Calibri Light"/>
              </a:rPr>
              <a:t>  </a:t>
            </a:r>
            <a:endParaRPr lang="es-ES" sz="2800" dirty="0">
              <a:solidFill>
                <a:srgbClr val="FFFFFF"/>
              </a:solidFill>
              <a:latin typeface="Calibri"/>
              <a:ea typeface="Calibri"/>
            </a:endParaRPr>
          </a:p>
        </p:txBody>
      </p:sp>
      <p:pic>
        <p:nvPicPr>
          <p:cNvPr id="12" name="Imagen 12">
            <a:extLst>
              <a:ext uri="{FF2B5EF4-FFF2-40B4-BE49-F238E27FC236}">
                <a16:creationId xmlns:a16="http://schemas.microsoft.com/office/drawing/2014/main" id="{8A4E1310-880B-0E6F-13E4-A231779438C3}"/>
              </a:ext>
            </a:extLst>
          </p:cNvPr>
          <p:cNvPicPr>
            <a:picLocks noChangeAspect="1"/>
          </p:cNvPicPr>
          <p:nvPr/>
        </p:nvPicPr>
        <p:blipFill>
          <a:blip r:embed="rId3"/>
          <a:stretch>
            <a:fillRect/>
          </a:stretch>
        </p:blipFill>
        <p:spPr>
          <a:xfrm>
            <a:off x="10375523" y="394074"/>
            <a:ext cx="1151092" cy="973350"/>
          </a:xfrm>
          <a:prstGeom prst="rect">
            <a:avLst/>
          </a:prstGeom>
        </p:spPr>
      </p:pic>
      <p:pic>
        <p:nvPicPr>
          <p:cNvPr id="3" name="Imagen 2">
            <a:extLst>
              <a:ext uri="{FF2B5EF4-FFF2-40B4-BE49-F238E27FC236}">
                <a16:creationId xmlns:a16="http://schemas.microsoft.com/office/drawing/2014/main" id="{362CCC79-2769-EBC9-F98B-A3C03A70C85F}"/>
              </a:ext>
            </a:extLst>
          </p:cNvPr>
          <p:cNvPicPr>
            <a:picLocks noChangeAspect="1"/>
          </p:cNvPicPr>
          <p:nvPr/>
        </p:nvPicPr>
        <p:blipFill>
          <a:blip r:embed="rId4"/>
          <a:stretch>
            <a:fillRect/>
          </a:stretch>
        </p:blipFill>
        <p:spPr>
          <a:xfrm>
            <a:off x="3422513" y="1367424"/>
            <a:ext cx="5179620" cy="5118106"/>
          </a:xfrm>
          <a:prstGeom prst="rect">
            <a:avLst/>
          </a:prstGeom>
        </p:spPr>
      </p:pic>
    </p:spTree>
    <p:extLst>
      <p:ext uri="{BB962C8B-B14F-4D97-AF65-F5344CB8AC3E}">
        <p14:creationId xmlns:p14="http://schemas.microsoft.com/office/powerpoint/2010/main" val="2862044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D903B572-7AB0-4369-C487-D62538C3B61C}"/>
              </a:ext>
            </a:extLst>
          </p:cNvPr>
          <p:cNvPicPr>
            <a:picLocks noChangeAspect="1"/>
          </p:cNvPicPr>
          <p:nvPr/>
        </p:nvPicPr>
        <p:blipFill>
          <a:blip r:embed="rId3"/>
          <a:stretch>
            <a:fillRect/>
          </a:stretch>
        </p:blipFill>
        <p:spPr>
          <a:xfrm>
            <a:off x="5232400" y="2606876"/>
            <a:ext cx="1727200" cy="1460500"/>
          </a:xfrm>
          <a:prstGeom prst="rect">
            <a:avLst/>
          </a:prstGeom>
        </p:spPr>
      </p:pic>
    </p:spTree>
    <p:extLst>
      <p:ext uri="{BB962C8B-B14F-4D97-AF65-F5344CB8AC3E}">
        <p14:creationId xmlns:p14="http://schemas.microsoft.com/office/powerpoint/2010/main" val="2207412846"/>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2284</TotalTime>
  <Words>722</Words>
  <Application>Microsoft Office PowerPoint</Application>
  <PresentationFormat>Panorámica</PresentationFormat>
  <Paragraphs>129</Paragraphs>
  <Slides>27</Slides>
  <Notes>25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27</vt:i4>
      </vt:variant>
    </vt:vector>
  </HeadingPairs>
  <TitlesOfParts>
    <vt:vector size="35" baseType="lpstr">
      <vt:lpstr>Arial</vt:lpstr>
      <vt:lpstr>Calibri</vt:lpstr>
      <vt:lpstr>Calibri Light</vt:lpstr>
      <vt:lpstr>Cambria</vt:lpstr>
      <vt:lpstr>CMU Serif</vt:lpstr>
      <vt:lpstr>Montserrat</vt:lpstr>
      <vt:lpstr>Trebuchet MS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Aldo Pardo Silva</dc:creator>
  <cp:lastModifiedBy>Pamela Alejandra Franco Leiva</cp:lastModifiedBy>
  <cp:revision>37</cp:revision>
  <dcterms:created xsi:type="dcterms:W3CDTF">2023-10-13T18:05:47Z</dcterms:created>
  <dcterms:modified xsi:type="dcterms:W3CDTF">2026-09-24T12:54:27Z</dcterms:modified>
</cp:coreProperties>
</file>